
<file path=[Content_Types].xml><?xml version="1.0" encoding="utf-8"?>
<Types xmlns="http://schemas.openxmlformats.org/package/2006/content-types">
  <Default Extension="fntdata" ContentType="application/x-fontdata"/>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3" r:id="rId1"/>
  </p:sldMasterIdLst>
  <p:notesMasterIdLst>
    <p:notesMasterId r:id="rId15"/>
  </p:notesMasterIdLst>
  <p:sldIdLst>
    <p:sldId id="256" r:id="rId2"/>
    <p:sldId id="261" r:id="rId3"/>
    <p:sldId id="287" r:id="rId4"/>
    <p:sldId id="273" r:id="rId5"/>
    <p:sldId id="264" r:id="rId6"/>
    <p:sldId id="289" r:id="rId7"/>
    <p:sldId id="290" r:id="rId8"/>
    <p:sldId id="263" r:id="rId9"/>
    <p:sldId id="259" r:id="rId10"/>
    <p:sldId id="272" r:id="rId11"/>
    <p:sldId id="286" r:id="rId12"/>
    <p:sldId id="291" r:id="rId13"/>
    <p:sldId id="279" r:id="rId14"/>
  </p:sldIdLst>
  <p:sldSz cx="9144000" cy="5143500" type="screen16x9"/>
  <p:notesSz cx="6858000" cy="9144000"/>
  <p:embeddedFontLst>
    <p:embeddedFont>
      <p:font typeface="Permanent Marker" panose="020B0604020202020204" charset="0"/>
      <p:regular r:id="rId16"/>
    </p:embeddedFont>
    <p:embeddedFont>
      <p:font typeface="Source Sans Pro" panose="020B0503030403020204" pitchFamily="34" charset="0"/>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CB70536-D3EE-448C-9629-2038D408D480}">
  <a:tblStyle styleId="{FCB70536-D3EE-448C-9629-2038D408D480}"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2" d="100"/>
          <a:sy n="142" d="100"/>
        </p:scale>
        <p:origin x="7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744161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5ed75ccf_0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35ed75ccf_0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993689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448706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5f391192_0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5f391192_0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5ed75ccf_0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35ed75ccf_0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56537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5f391192_0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5f391192_0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483203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7174cd33_0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37174cd33_0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blu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295550" y="1991813"/>
            <a:ext cx="6552900" cy="11598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red">
  <p:cSld name="TITLE_2">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1295550" y="1991813"/>
            <a:ext cx="6552900" cy="1159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4800"/>
              <a:buNone/>
              <a:defRPr sz="4800">
                <a:solidFill>
                  <a:schemeClr val="lt1"/>
                </a:solidFill>
              </a:defRPr>
            </a:lvl1pPr>
            <a:lvl2pPr lvl="1" algn="ctr" rtl="0">
              <a:spcBef>
                <a:spcPts val="0"/>
              </a:spcBef>
              <a:spcAft>
                <a:spcPts val="0"/>
              </a:spcAft>
              <a:buClr>
                <a:schemeClr val="lt1"/>
              </a:buClr>
              <a:buSzPts val="4800"/>
              <a:buNone/>
              <a:defRPr sz="4800">
                <a:solidFill>
                  <a:schemeClr val="lt1"/>
                </a:solidFill>
              </a:defRPr>
            </a:lvl2pPr>
            <a:lvl3pPr lvl="2" algn="ctr" rtl="0">
              <a:spcBef>
                <a:spcPts val="0"/>
              </a:spcBef>
              <a:spcAft>
                <a:spcPts val="0"/>
              </a:spcAft>
              <a:buClr>
                <a:schemeClr val="lt1"/>
              </a:buClr>
              <a:buSzPts val="4800"/>
              <a:buNone/>
              <a:defRPr sz="4800">
                <a:solidFill>
                  <a:schemeClr val="lt1"/>
                </a:solidFill>
              </a:defRPr>
            </a:lvl3pPr>
            <a:lvl4pPr lvl="3" algn="ctr" rtl="0">
              <a:spcBef>
                <a:spcPts val="0"/>
              </a:spcBef>
              <a:spcAft>
                <a:spcPts val="0"/>
              </a:spcAft>
              <a:buClr>
                <a:schemeClr val="lt1"/>
              </a:buClr>
              <a:buSzPts val="4800"/>
              <a:buNone/>
              <a:defRPr sz="4800">
                <a:solidFill>
                  <a:schemeClr val="lt1"/>
                </a:solidFill>
              </a:defRPr>
            </a:lvl4pPr>
            <a:lvl5pPr lvl="4" algn="ctr" rtl="0">
              <a:spcBef>
                <a:spcPts val="0"/>
              </a:spcBef>
              <a:spcAft>
                <a:spcPts val="0"/>
              </a:spcAft>
              <a:buClr>
                <a:schemeClr val="lt1"/>
              </a:buClr>
              <a:buSzPts val="4800"/>
              <a:buNone/>
              <a:defRPr sz="4800">
                <a:solidFill>
                  <a:schemeClr val="lt1"/>
                </a:solidFill>
              </a:defRPr>
            </a:lvl5pPr>
            <a:lvl6pPr lvl="5" algn="ctr" rtl="0">
              <a:spcBef>
                <a:spcPts val="0"/>
              </a:spcBef>
              <a:spcAft>
                <a:spcPts val="0"/>
              </a:spcAft>
              <a:buClr>
                <a:schemeClr val="lt1"/>
              </a:buClr>
              <a:buSzPts val="4800"/>
              <a:buNone/>
              <a:defRPr sz="4800">
                <a:solidFill>
                  <a:schemeClr val="lt1"/>
                </a:solidFill>
              </a:defRPr>
            </a:lvl6pPr>
            <a:lvl7pPr lvl="6" algn="ctr" rtl="0">
              <a:spcBef>
                <a:spcPts val="0"/>
              </a:spcBef>
              <a:spcAft>
                <a:spcPts val="0"/>
              </a:spcAft>
              <a:buClr>
                <a:schemeClr val="lt1"/>
              </a:buClr>
              <a:buSzPts val="4800"/>
              <a:buNone/>
              <a:defRPr sz="4800">
                <a:solidFill>
                  <a:schemeClr val="lt1"/>
                </a:solidFill>
              </a:defRPr>
            </a:lvl7pPr>
            <a:lvl8pPr lvl="7" algn="ctr" rtl="0">
              <a:spcBef>
                <a:spcPts val="0"/>
              </a:spcBef>
              <a:spcAft>
                <a:spcPts val="0"/>
              </a:spcAft>
              <a:buClr>
                <a:schemeClr val="lt1"/>
              </a:buClr>
              <a:buSzPts val="4800"/>
              <a:buNone/>
              <a:defRPr sz="4800">
                <a:solidFill>
                  <a:schemeClr val="lt1"/>
                </a:solidFill>
              </a:defRPr>
            </a:lvl8pPr>
            <a:lvl9pPr lvl="8" algn="ctr" rtl="0">
              <a:spcBef>
                <a:spcPts val="0"/>
              </a:spcBef>
              <a:spcAft>
                <a:spcPts val="0"/>
              </a:spcAft>
              <a:buClr>
                <a:schemeClr val="lt1"/>
              </a:buClr>
              <a:buSzPts val="4800"/>
              <a:buNone/>
              <a:defRPr sz="4800">
                <a:solidFill>
                  <a:schemeClr val="lt1"/>
                </a:solidFill>
              </a:defRPr>
            </a:lvl9pPr>
          </a:lstStyle>
          <a:p>
            <a:endParaRPr/>
          </a:p>
        </p:txBody>
      </p:sp>
      <p:sp>
        <p:nvSpPr>
          <p:cNvPr id="13" name="Google Shape;13;p3"/>
          <p:cNvSpPr txBox="1">
            <a:spLocks noGrp="1"/>
          </p:cNvSpPr>
          <p:nvPr>
            <p:ph type="sldNum" idx="12"/>
          </p:nvPr>
        </p:nvSpPr>
        <p:spPr>
          <a:xfrm>
            <a:off x="4297650" y="4859852"/>
            <a:ext cx="548700" cy="283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yellow">
  <p:cSld name="TITLE_2_1">
    <p:bg>
      <p:bgPr>
        <a:blipFill>
          <a:blip r:embed="rId2">
            <a:alphaModFix/>
          </a:blip>
          <a:stretch>
            <a:fillRect/>
          </a:stretch>
        </a:blipFill>
        <a:effectLst/>
      </p:bgPr>
    </p:bg>
    <p:spTree>
      <p:nvGrpSpPr>
        <p:cNvPr id="1" name="Shape 14"/>
        <p:cNvGrpSpPr/>
        <p:nvPr/>
      </p:nvGrpSpPr>
      <p:grpSpPr>
        <a:xfrm>
          <a:off x="0" y="0"/>
          <a:ext cx="0" cy="0"/>
          <a:chOff x="0" y="0"/>
          <a:chExt cx="0" cy="0"/>
        </a:xfrm>
      </p:grpSpPr>
      <p:sp>
        <p:nvSpPr>
          <p:cNvPr id="15" name="Google Shape;15;p4"/>
          <p:cNvSpPr txBox="1">
            <a:spLocks noGrp="1"/>
          </p:cNvSpPr>
          <p:nvPr>
            <p:ph type="ctrTitle"/>
          </p:nvPr>
        </p:nvSpPr>
        <p:spPr>
          <a:xfrm>
            <a:off x="1295550" y="1991813"/>
            <a:ext cx="6552900" cy="1159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4800"/>
              <a:buNone/>
              <a:defRPr sz="4800">
                <a:solidFill>
                  <a:schemeClr val="lt1"/>
                </a:solidFill>
              </a:defRPr>
            </a:lvl1pPr>
            <a:lvl2pPr lvl="1" algn="ctr" rtl="0">
              <a:spcBef>
                <a:spcPts val="0"/>
              </a:spcBef>
              <a:spcAft>
                <a:spcPts val="0"/>
              </a:spcAft>
              <a:buClr>
                <a:schemeClr val="lt1"/>
              </a:buClr>
              <a:buSzPts val="4800"/>
              <a:buNone/>
              <a:defRPr sz="4800">
                <a:solidFill>
                  <a:schemeClr val="lt1"/>
                </a:solidFill>
              </a:defRPr>
            </a:lvl2pPr>
            <a:lvl3pPr lvl="2" algn="ctr" rtl="0">
              <a:spcBef>
                <a:spcPts val="0"/>
              </a:spcBef>
              <a:spcAft>
                <a:spcPts val="0"/>
              </a:spcAft>
              <a:buClr>
                <a:schemeClr val="lt1"/>
              </a:buClr>
              <a:buSzPts val="4800"/>
              <a:buNone/>
              <a:defRPr sz="4800">
                <a:solidFill>
                  <a:schemeClr val="lt1"/>
                </a:solidFill>
              </a:defRPr>
            </a:lvl3pPr>
            <a:lvl4pPr lvl="3" algn="ctr" rtl="0">
              <a:spcBef>
                <a:spcPts val="0"/>
              </a:spcBef>
              <a:spcAft>
                <a:spcPts val="0"/>
              </a:spcAft>
              <a:buClr>
                <a:schemeClr val="lt1"/>
              </a:buClr>
              <a:buSzPts val="4800"/>
              <a:buNone/>
              <a:defRPr sz="4800">
                <a:solidFill>
                  <a:schemeClr val="lt1"/>
                </a:solidFill>
              </a:defRPr>
            </a:lvl4pPr>
            <a:lvl5pPr lvl="4" algn="ctr" rtl="0">
              <a:spcBef>
                <a:spcPts val="0"/>
              </a:spcBef>
              <a:spcAft>
                <a:spcPts val="0"/>
              </a:spcAft>
              <a:buClr>
                <a:schemeClr val="lt1"/>
              </a:buClr>
              <a:buSzPts val="4800"/>
              <a:buNone/>
              <a:defRPr sz="4800">
                <a:solidFill>
                  <a:schemeClr val="lt1"/>
                </a:solidFill>
              </a:defRPr>
            </a:lvl5pPr>
            <a:lvl6pPr lvl="5" algn="ctr" rtl="0">
              <a:spcBef>
                <a:spcPts val="0"/>
              </a:spcBef>
              <a:spcAft>
                <a:spcPts val="0"/>
              </a:spcAft>
              <a:buClr>
                <a:schemeClr val="lt1"/>
              </a:buClr>
              <a:buSzPts val="4800"/>
              <a:buNone/>
              <a:defRPr sz="4800">
                <a:solidFill>
                  <a:schemeClr val="lt1"/>
                </a:solidFill>
              </a:defRPr>
            </a:lvl6pPr>
            <a:lvl7pPr lvl="6" algn="ctr" rtl="0">
              <a:spcBef>
                <a:spcPts val="0"/>
              </a:spcBef>
              <a:spcAft>
                <a:spcPts val="0"/>
              </a:spcAft>
              <a:buClr>
                <a:schemeClr val="lt1"/>
              </a:buClr>
              <a:buSzPts val="4800"/>
              <a:buNone/>
              <a:defRPr sz="4800">
                <a:solidFill>
                  <a:schemeClr val="lt1"/>
                </a:solidFill>
              </a:defRPr>
            </a:lvl7pPr>
            <a:lvl8pPr lvl="7" algn="ctr" rtl="0">
              <a:spcBef>
                <a:spcPts val="0"/>
              </a:spcBef>
              <a:spcAft>
                <a:spcPts val="0"/>
              </a:spcAft>
              <a:buClr>
                <a:schemeClr val="lt1"/>
              </a:buClr>
              <a:buSzPts val="4800"/>
              <a:buNone/>
              <a:defRPr sz="4800">
                <a:solidFill>
                  <a:schemeClr val="lt1"/>
                </a:solidFill>
              </a:defRPr>
            </a:lvl8pPr>
            <a:lvl9pPr lvl="8" algn="ctr" rtl="0">
              <a:spcBef>
                <a:spcPts val="0"/>
              </a:spcBef>
              <a:spcAft>
                <a:spcPts val="0"/>
              </a:spcAft>
              <a:buClr>
                <a:schemeClr val="lt1"/>
              </a:buClr>
              <a:buSzPts val="4800"/>
              <a:buNone/>
              <a:defRPr sz="4800">
                <a:solidFill>
                  <a:schemeClr val="lt1"/>
                </a:solidFill>
              </a:defRPr>
            </a:lvl9pPr>
          </a:lstStyle>
          <a:p>
            <a:endParaRPr/>
          </a:p>
        </p:txBody>
      </p:sp>
      <p:sp>
        <p:nvSpPr>
          <p:cNvPr id="16" name="Google Shape;16;p4"/>
          <p:cNvSpPr txBox="1">
            <a:spLocks noGrp="1"/>
          </p:cNvSpPr>
          <p:nvPr>
            <p:ph type="sldNum" idx="12"/>
          </p:nvPr>
        </p:nvSpPr>
        <p:spPr>
          <a:xfrm>
            <a:off x="4297650" y="4859852"/>
            <a:ext cx="548700" cy="283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ubtitle red">
  <p:cSld name="TITLE_1">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5"/>
          <p:cNvSpPr txBox="1">
            <a:spLocks noGrp="1"/>
          </p:cNvSpPr>
          <p:nvPr>
            <p:ph type="ctrTitle"/>
          </p:nvPr>
        </p:nvSpPr>
        <p:spPr>
          <a:xfrm>
            <a:off x="1557300" y="1640494"/>
            <a:ext cx="6029400" cy="1159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9" name="Google Shape;19;p5"/>
          <p:cNvSpPr txBox="1">
            <a:spLocks noGrp="1"/>
          </p:cNvSpPr>
          <p:nvPr>
            <p:ph type="subTitle" idx="1"/>
          </p:nvPr>
        </p:nvSpPr>
        <p:spPr>
          <a:xfrm>
            <a:off x="1557300" y="2668610"/>
            <a:ext cx="6029400" cy="7848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2C343B"/>
              </a:buClr>
              <a:buSzPts val="2400"/>
              <a:buNone/>
              <a:defRPr sz="2400"/>
            </a:lvl1pPr>
            <a:lvl2pPr lvl="1" algn="ctr" rtl="0">
              <a:spcBef>
                <a:spcPts val="0"/>
              </a:spcBef>
              <a:spcAft>
                <a:spcPts val="0"/>
              </a:spcAft>
              <a:buClr>
                <a:srgbClr val="2C343B"/>
              </a:buClr>
              <a:buSzPts val="2400"/>
              <a:buNone/>
              <a:defRPr/>
            </a:lvl2pPr>
            <a:lvl3pPr lvl="2" algn="ctr" rtl="0">
              <a:spcBef>
                <a:spcPts val="0"/>
              </a:spcBef>
              <a:spcAft>
                <a:spcPts val="0"/>
              </a:spcAft>
              <a:buClr>
                <a:srgbClr val="2C343B"/>
              </a:buClr>
              <a:buSzPts val="2400"/>
              <a:buNone/>
              <a:defRPr/>
            </a:lvl3pPr>
            <a:lvl4pPr lvl="3" algn="ctr" rtl="0">
              <a:spcBef>
                <a:spcPts val="0"/>
              </a:spcBef>
              <a:spcAft>
                <a:spcPts val="0"/>
              </a:spcAft>
              <a:buClr>
                <a:srgbClr val="2C343B"/>
              </a:buClr>
              <a:buSzPts val="2400"/>
              <a:buNone/>
              <a:defRPr sz="2400"/>
            </a:lvl4pPr>
            <a:lvl5pPr lvl="4" algn="ctr" rtl="0">
              <a:spcBef>
                <a:spcPts val="0"/>
              </a:spcBef>
              <a:spcAft>
                <a:spcPts val="0"/>
              </a:spcAft>
              <a:buClr>
                <a:srgbClr val="2C343B"/>
              </a:buClr>
              <a:buSzPts val="2400"/>
              <a:buNone/>
              <a:defRPr sz="2400"/>
            </a:lvl5pPr>
            <a:lvl6pPr lvl="5" algn="ctr" rtl="0">
              <a:spcBef>
                <a:spcPts val="0"/>
              </a:spcBef>
              <a:spcAft>
                <a:spcPts val="0"/>
              </a:spcAft>
              <a:buClr>
                <a:srgbClr val="2C343B"/>
              </a:buClr>
              <a:buSzPts val="2400"/>
              <a:buNone/>
              <a:defRPr sz="2400"/>
            </a:lvl6pPr>
            <a:lvl7pPr lvl="6" algn="ctr" rtl="0">
              <a:spcBef>
                <a:spcPts val="0"/>
              </a:spcBef>
              <a:spcAft>
                <a:spcPts val="0"/>
              </a:spcAft>
              <a:buClr>
                <a:srgbClr val="2C343B"/>
              </a:buClr>
              <a:buSzPts val="2400"/>
              <a:buNone/>
              <a:defRPr sz="2400"/>
            </a:lvl7pPr>
            <a:lvl8pPr lvl="7" algn="ctr" rtl="0">
              <a:spcBef>
                <a:spcPts val="0"/>
              </a:spcBef>
              <a:spcAft>
                <a:spcPts val="0"/>
              </a:spcAft>
              <a:buClr>
                <a:srgbClr val="2C343B"/>
              </a:buClr>
              <a:buSzPts val="2400"/>
              <a:buNone/>
              <a:defRPr sz="2400"/>
            </a:lvl8pPr>
            <a:lvl9pPr lvl="8" algn="ctr" rtl="0">
              <a:spcBef>
                <a:spcPts val="0"/>
              </a:spcBef>
              <a:spcAft>
                <a:spcPts val="0"/>
              </a:spcAft>
              <a:buClr>
                <a:srgbClr val="2C343B"/>
              </a:buClr>
              <a:buSzPts val="2400"/>
              <a:buNone/>
              <a:defRPr sz="2400"/>
            </a:lvl9pPr>
          </a:lstStyle>
          <a:p>
            <a:endParaRPr/>
          </a:p>
        </p:txBody>
      </p:sp>
      <p:sp>
        <p:nvSpPr>
          <p:cNvPr id="20" name="Google Shape;20;p5"/>
          <p:cNvSpPr txBox="1">
            <a:spLocks noGrp="1"/>
          </p:cNvSpPr>
          <p:nvPr>
            <p:ph type="sldNum" idx="12"/>
          </p:nvPr>
        </p:nvSpPr>
        <p:spPr>
          <a:xfrm>
            <a:off x="4297650" y="4859852"/>
            <a:ext cx="548700" cy="283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ubtitle blue">
  <p:cSld name="TITLE_1_2">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6"/>
          <p:cNvSpPr txBox="1">
            <a:spLocks noGrp="1"/>
          </p:cNvSpPr>
          <p:nvPr>
            <p:ph type="ctrTitle"/>
          </p:nvPr>
        </p:nvSpPr>
        <p:spPr>
          <a:xfrm>
            <a:off x="1557300" y="1640494"/>
            <a:ext cx="6029400" cy="1159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3" name="Google Shape;23;p6"/>
          <p:cNvSpPr txBox="1">
            <a:spLocks noGrp="1"/>
          </p:cNvSpPr>
          <p:nvPr>
            <p:ph type="subTitle" idx="1"/>
          </p:nvPr>
        </p:nvSpPr>
        <p:spPr>
          <a:xfrm>
            <a:off x="1557300" y="2668610"/>
            <a:ext cx="6029400" cy="7848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2C343B"/>
              </a:buClr>
              <a:buSzPts val="2400"/>
              <a:buNone/>
              <a:defRPr sz="2400"/>
            </a:lvl1pPr>
            <a:lvl2pPr lvl="1" algn="ctr" rtl="0">
              <a:spcBef>
                <a:spcPts val="0"/>
              </a:spcBef>
              <a:spcAft>
                <a:spcPts val="0"/>
              </a:spcAft>
              <a:buClr>
                <a:srgbClr val="2C343B"/>
              </a:buClr>
              <a:buSzPts val="2400"/>
              <a:buNone/>
              <a:defRPr/>
            </a:lvl2pPr>
            <a:lvl3pPr lvl="2" algn="ctr" rtl="0">
              <a:spcBef>
                <a:spcPts val="0"/>
              </a:spcBef>
              <a:spcAft>
                <a:spcPts val="0"/>
              </a:spcAft>
              <a:buClr>
                <a:srgbClr val="2C343B"/>
              </a:buClr>
              <a:buSzPts val="2400"/>
              <a:buNone/>
              <a:defRPr/>
            </a:lvl3pPr>
            <a:lvl4pPr lvl="3" algn="ctr" rtl="0">
              <a:spcBef>
                <a:spcPts val="0"/>
              </a:spcBef>
              <a:spcAft>
                <a:spcPts val="0"/>
              </a:spcAft>
              <a:buClr>
                <a:srgbClr val="2C343B"/>
              </a:buClr>
              <a:buSzPts val="2400"/>
              <a:buNone/>
              <a:defRPr sz="2400"/>
            </a:lvl4pPr>
            <a:lvl5pPr lvl="4" algn="ctr" rtl="0">
              <a:spcBef>
                <a:spcPts val="0"/>
              </a:spcBef>
              <a:spcAft>
                <a:spcPts val="0"/>
              </a:spcAft>
              <a:buClr>
                <a:srgbClr val="2C343B"/>
              </a:buClr>
              <a:buSzPts val="2400"/>
              <a:buNone/>
              <a:defRPr sz="2400"/>
            </a:lvl5pPr>
            <a:lvl6pPr lvl="5" algn="ctr" rtl="0">
              <a:spcBef>
                <a:spcPts val="0"/>
              </a:spcBef>
              <a:spcAft>
                <a:spcPts val="0"/>
              </a:spcAft>
              <a:buClr>
                <a:srgbClr val="2C343B"/>
              </a:buClr>
              <a:buSzPts val="2400"/>
              <a:buNone/>
              <a:defRPr sz="2400"/>
            </a:lvl6pPr>
            <a:lvl7pPr lvl="6" algn="ctr" rtl="0">
              <a:spcBef>
                <a:spcPts val="0"/>
              </a:spcBef>
              <a:spcAft>
                <a:spcPts val="0"/>
              </a:spcAft>
              <a:buClr>
                <a:srgbClr val="2C343B"/>
              </a:buClr>
              <a:buSzPts val="2400"/>
              <a:buNone/>
              <a:defRPr sz="2400"/>
            </a:lvl7pPr>
            <a:lvl8pPr lvl="7" algn="ctr" rtl="0">
              <a:spcBef>
                <a:spcPts val="0"/>
              </a:spcBef>
              <a:spcAft>
                <a:spcPts val="0"/>
              </a:spcAft>
              <a:buClr>
                <a:srgbClr val="2C343B"/>
              </a:buClr>
              <a:buSzPts val="2400"/>
              <a:buNone/>
              <a:defRPr sz="2400"/>
            </a:lvl8pPr>
            <a:lvl9pPr lvl="8" algn="ctr" rtl="0">
              <a:spcBef>
                <a:spcPts val="0"/>
              </a:spcBef>
              <a:spcAft>
                <a:spcPts val="0"/>
              </a:spcAft>
              <a:buClr>
                <a:srgbClr val="2C343B"/>
              </a:buClr>
              <a:buSzPts val="2400"/>
              <a:buNone/>
              <a:defRPr sz="2400"/>
            </a:lvl9pPr>
          </a:lstStyle>
          <a:p>
            <a:endParaRPr/>
          </a:p>
        </p:txBody>
      </p:sp>
      <p:sp>
        <p:nvSpPr>
          <p:cNvPr id="24" name="Google Shape;24;p6"/>
          <p:cNvSpPr txBox="1">
            <a:spLocks noGrp="1"/>
          </p:cNvSpPr>
          <p:nvPr>
            <p:ph type="sldNum" idx="12"/>
          </p:nvPr>
        </p:nvSpPr>
        <p:spPr>
          <a:xfrm>
            <a:off x="4297650" y="4859852"/>
            <a:ext cx="548700" cy="283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ubtitle yellow">
  <p:cSld name="TITLE_1_2_1">
    <p:bg>
      <p:bgPr>
        <a:blipFill>
          <a:blip r:embed="rId2">
            <a:alphaModFix/>
          </a:blip>
          <a:stretch>
            <a:fillRect/>
          </a:stretch>
        </a:blipFill>
        <a:effectLst/>
      </p:bgPr>
    </p:bg>
    <p:spTree>
      <p:nvGrpSpPr>
        <p:cNvPr id="1" name="Shape 25"/>
        <p:cNvGrpSpPr/>
        <p:nvPr/>
      </p:nvGrpSpPr>
      <p:grpSpPr>
        <a:xfrm>
          <a:off x="0" y="0"/>
          <a:ext cx="0" cy="0"/>
          <a:chOff x="0" y="0"/>
          <a:chExt cx="0" cy="0"/>
        </a:xfrm>
      </p:grpSpPr>
      <p:sp>
        <p:nvSpPr>
          <p:cNvPr id="26" name="Google Shape;26;p7"/>
          <p:cNvSpPr txBox="1">
            <a:spLocks noGrp="1"/>
          </p:cNvSpPr>
          <p:nvPr>
            <p:ph type="ctrTitle"/>
          </p:nvPr>
        </p:nvSpPr>
        <p:spPr>
          <a:xfrm>
            <a:off x="1557300" y="1640494"/>
            <a:ext cx="6029400" cy="1159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7" name="Google Shape;27;p7"/>
          <p:cNvSpPr txBox="1">
            <a:spLocks noGrp="1"/>
          </p:cNvSpPr>
          <p:nvPr>
            <p:ph type="subTitle" idx="1"/>
          </p:nvPr>
        </p:nvSpPr>
        <p:spPr>
          <a:xfrm>
            <a:off x="1557300" y="2668610"/>
            <a:ext cx="6029400" cy="7848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2C343B"/>
              </a:buClr>
              <a:buSzPts val="2400"/>
              <a:buNone/>
              <a:defRPr sz="2400"/>
            </a:lvl1pPr>
            <a:lvl2pPr lvl="1" algn="ctr" rtl="0">
              <a:spcBef>
                <a:spcPts val="0"/>
              </a:spcBef>
              <a:spcAft>
                <a:spcPts val="0"/>
              </a:spcAft>
              <a:buClr>
                <a:srgbClr val="2C343B"/>
              </a:buClr>
              <a:buSzPts val="2400"/>
              <a:buNone/>
              <a:defRPr/>
            </a:lvl2pPr>
            <a:lvl3pPr lvl="2" algn="ctr" rtl="0">
              <a:spcBef>
                <a:spcPts val="0"/>
              </a:spcBef>
              <a:spcAft>
                <a:spcPts val="0"/>
              </a:spcAft>
              <a:buClr>
                <a:srgbClr val="2C343B"/>
              </a:buClr>
              <a:buSzPts val="2400"/>
              <a:buNone/>
              <a:defRPr/>
            </a:lvl3pPr>
            <a:lvl4pPr lvl="3" algn="ctr" rtl="0">
              <a:spcBef>
                <a:spcPts val="0"/>
              </a:spcBef>
              <a:spcAft>
                <a:spcPts val="0"/>
              </a:spcAft>
              <a:buClr>
                <a:srgbClr val="2C343B"/>
              </a:buClr>
              <a:buSzPts val="2400"/>
              <a:buNone/>
              <a:defRPr sz="2400"/>
            </a:lvl4pPr>
            <a:lvl5pPr lvl="4" algn="ctr" rtl="0">
              <a:spcBef>
                <a:spcPts val="0"/>
              </a:spcBef>
              <a:spcAft>
                <a:spcPts val="0"/>
              </a:spcAft>
              <a:buClr>
                <a:srgbClr val="2C343B"/>
              </a:buClr>
              <a:buSzPts val="2400"/>
              <a:buNone/>
              <a:defRPr sz="2400"/>
            </a:lvl5pPr>
            <a:lvl6pPr lvl="5" algn="ctr" rtl="0">
              <a:spcBef>
                <a:spcPts val="0"/>
              </a:spcBef>
              <a:spcAft>
                <a:spcPts val="0"/>
              </a:spcAft>
              <a:buClr>
                <a:srgbClr val="2C343B"/>
              </a:buClr>
              <a:buSzPts val="2400"/>
              <a:buNone/>
              <a:defRPr sz="2400"/>
            </a:lvl6pPr>
            <a:lvl7pPr lvl="6" algn="ctr" rtl="0">
              <a:spcBef>
                <a:spcPts val="0"/>
              </a:spcBef>
              <a:spcAft>
                <a:spcPts val="0"/>
              </a:spcAft>
              <a:buClr>
                <a:srgbClr val="2C343B"/>
              </a:buClr>
              <a:buSzPts val="2400"/>
              <a:buNone/>
              <a:defRPr sz="2400"/>
            </a:lvl7pPr>
            <a:lvl8pPr lvl="7" algn="ctr" rtl="0">
              <a:spcBef>
                <a:spcPts val="0"/>
              </a:spcBef>
              <a:spcAft>
                <a:spcPts val="0"/>
              </a:spcAft>
              <a:buClr>
                <a:srgbClr val="2C343B"/>
              </a:buClr>
              <a:buSzPts val="2400"/>
              <a:buNone/>
              <a:defRPr sz="2400"/>
            </a:lvl8pPr>
            <a:lvl9pPr lvl="8" algn="ctr" rtl="0">
              <a:spcBef>
                <a:spcPts val="0"/>
              </a:spcBef>
              <a:spcAft>
                <a:spcPts val="0"/>
              </a:spcAft>
              <a:buClr>
                <a:srgbClr val="2C343B"/>
              </a:buClr>
              <a:buSzPts val="2400"/>
              <a:buNone/>
              <a:defRPr sz="2400"/>
            </a:lvl9pPr>
          </a:lstStyle>
          <a:p>
            <a:endParaRPr/>
          </a:p>
        </p:txBody>
      </p:sp>
      <p:sp>
        <p:nvSpPr>
          <p:cNvPr id="28" name="Google Shape;28;p7"/>
          <p:cNvSpPr txBox="1">
            <a:spLocks noGrp="1"/>
          </p:cNvSpPr>
          <p:nvPr>
            <p:ph type="sldNum" idx="12"/>
          </p:nvPr>
        </p:nvSpPr>
        <p:spPr>
          <a:xfrm>
            <a:off x="4297650" y="4859852"/>
            <a:ext cx="548700" cy="283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ote red">
  <p:cSld name="TITLE_1_1_1">
    <p:bg>
      <p:bgPr>
        <a:blipFill>
          <a:blip r:embed="rId2">
            <a:alphaModFix/>
          </a:blip>
          <a:stretch>
            <a:fillRect/>
          </a:stretch>
        </a:blipFill>
        <a:effectLst/>
      </p:bgPr>
    </p:bg>
    <p:spTree>
      <p:nvGrpSpPr>
        <p:cNvPr id="1" name="Shape 33"/>
        <p:cNvGrpSpPr/>
        <p:nvPr/>
      </p:nvGrpSpPr>
      <p:grpSpPr>
        <a:xfrm>
          <a:off x="0" y="0"/>
          <a:ext cx="0" cy="0"/>
          <a:chOff x="0" y="0"/>
          <a:chExt cx="0" cy="0"/>
        </a:xfrm>
      </p:grpSpPr>
      <p:sp>
        <p:nvSpPr>
          <p:cNvPr id="34" name="Google Shape;34;p9"/>
          <p:cNvSpPr txBox="1">
            <a:spLocks noGrp="1"/>
          </p:cNvSpPr>
          <p:nvPr>
            <p:ph type="body" idx="1"/>
          </p:nvPr>
        </p:nvSpPr>
        <p:spPr>
          <a:xfrm>
            <a:off x="1104300" y="2276100"/>
            <a:ext cx="6935400" cy="819900"/>
          </a:xfrm>
          <a:prstGeom prst="rect">
            <a:avLst/>
          </a:prstGeom>
        </p:spPr>
        <p:txBody>
          <a:bodyPr spcFirstLastPara="1" wrap="square" lIns="91425" tIns="91425" rIns="91425" bIns="91425" anchor="ctr" anchorCtr="0">
            <a:noAutofit/>
          </a:bodyPr>
          <a:lstStyle>
            <a:lvl1pPr marL="457200" lvl="0" indent="-381000" algn="ctr" rtl="0">
              <a:spcBef>
                <a:spcPts val="600"/>
              </a:spcBef>
              <a:spcAft>
                <a:spcPts val="0"/>
              </a:spcAft>
              <a:buSzPts val="2400"/>
              <a:buChar char="▸"/>
              <a:defRPr sz="2400" i="1"/>
            </a:lvl1pPr>
            <a:lvl2pPr marL="914400" lvl="1" indent="-381000" algn="ctr" rtl="0">
              <a:spcBef>
                <a:spcPts val="0"/>
              </a:spcBef>
              <a:spcAft>
                <a:spcPts val="0"/>
              </a:spcAft>
              <a:buSzPts val="2400"/>
              <a:buChar char="○"/>
              <a:defRPr i="1"/>
            </a:lvl2pPr>
            <a:lvl3pPr marL="1371600" lvl="2" indent="-381000" algn="ctr" rtl="0">
              <a:spcBef>
                <a:spcPts val="0"/>
              </a:spcBef>
              <a:spcAft>
                <a:spcPts val="0"/>
              </a:spcAft>
              <a:buSzPts val="2400"/>
              <a:buChar char="■"/>
              <a:defRPr i="1"/>
            </a:lvl3pPr>
            <a:lvl4pPr marL="1828800" lvl="3" indent="-381000" algn="ctr" rtl="0">
              <a:spcBef>
                <a:spcPts val="0"/>
              </a:spcBef>
              <a:spcAft>
                <a:spcPts val="0"/>
              </a:spcAft>
              <a:buSzPts val="2400"/>
              <a:buChar char="●"/>
              <a:defRPr sz="2400" i="1"/>
            </a:lvl4pPr>
            <a:lvl5pPr marL="2286000" lvl="4" indent="-381000" algn="ctr" rtl="0">
              <a:spcBef>
                <a:spcPts val="0"/>
              </a:spcBef>
              <a:spcAft>
                <a:spcPts val="0"/>
              </a:spcAft>
              <a:buSzPts val="2400"/>
              <a:buChar char="○"/>
              <a:defRPr sz="2400" i="1"/>
            </a:lvl5pPr>
            <a:lvl6pPr marL="2743200" lvl="5" indent="-381000" algn="ctr" rtl="0">
              <a:spcBef>
                <a:spcPts val="0"/>
              </a:spcBef>
              <a:spcAft>
                <a:spcPts val="0"/>
              </a:spcAft>
              <a:buSzPts val="2400"/>
              <a:buChar char="■"/>
              <a:defRPr sz="2400" i="1"/>
            </a:lvl6pPr>
            <a:lvl7pPr marL="3200400" lvl="6" indent="-381000" algn="ctr" rtl="0">
              <a:spcBef>
                <a:spcPts val="0"/>
              </a:spcBef>
              <a:spcAft>
                <a:spcPts val="0"/>
              </a:spcAft>
              <a:buSzPts val="2400"/>
              <a:buChar char="●"/>
              <a:defRPr sz="2400" i="1"/>
            </a:lvl7pPr>
            <a:lvl8pPr marL="3657600" lvl="7" indent="-381000" algn="ctr" rtl="0">
              <a:spcBef>
                <a:spcPts val="0"/>
              </a:spcBef>
              <a:spcAft>
                <a:spcPts val="0"/>
              </a:spcAft>
              <a:buSzPts val="2400"/>
              <a:buChar char="○"/>
              <a:defRPr sz="2400" i="1"/>
            </a:lvl8pPr>
            <a:lvl9pPr marL="4114800" lvl="8" indent="-381000" algn="ctr" rtl="0">
              <a:spcBef>
                <a:spcPts val="0"/>
              </a:spcBef>
              <a:spcAft>
                <a:spcPts val="0"/>
              </a:spcAft>
              <a:buSzPts val="2400"/>
              <a:buChar char="■"/>
              <a:defRPr sz="2400" i="1"/>
            </a:lvl9pPr>
          </a:lstStyle>
          <a:p>
            <a:endParaRPr/>
          </a:p>
        </p:txBody>
      </p:sp>
      <p:sp>
        <p:nvSpPr>
          <p:cNvPr id="35" name="Google Shape;35;p9"/>
          <p:cNvSpPr txBox="1"/>
          <p:nvPr/>
        </p:nvSpPr>
        <p:spPr>
          <a:xfrm>
            <a:off x="3593400" y="992123"/>
            <a:ext cx="1957200" cy="653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600">
                <a:solidFill>
                  <a:schemeClr val="accent1"/>
                </a:solidFill>
                <a:latin typeface="Permanent Marker"/>
                <a:ea typeface="Permanent Marker"/>
                <a:cs typeface="Permanent Marker"/>
                <a:sym typeface="Permanent Marker"/>
              </a:rPr>
              <a:t>“</a:t>
            </a:r>
            <a:endParaRPr sz="9600">
              <a:solidFill>
                <a:schemeClr val="accent1"/>
              </a:solidFill>
              <a:latin typeface="Permanent Marker"/>
              <a:ea typeface="Permanent Marker"/>
              <a:cs typeface="Permanent Marker"/>
              <a:sym typeface="Permanent Marker"/>
            </a:endParaRPr>
          </a:p>
        </p:txBody>
      </p:sp>
      <p:sp>
        <p:nvSpPr>
          <p:cNvPr id="36" name="Google Shape;36;p9"/>
          <p:cNvSpPr txBox="1">
            <a:spLocks noGrp="1"/>
          </p:cNvSpPr>
          <p:nvPr>
            <p:ph type="sldNum" idx="12"/>
          </p:nvPr>
        </p:nvSpPr>
        <p:spPr>
          <a:xfrm>
            <a:off x="4297650" y="4859852"/>
            <a:ext cx="548700" cy="283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Quote blue">
  <p:cSld name="TITLE_1_1_1_1">
    <p:bg>
      <p:bgPr>
        <a:blipFill>
          <a:blip r:embed="rId2">
            <a:alphaModFix/>
          </a:blip>
          <a:stretch>
            <a:fillRect/>
          </a:stretch>
        </a:blipFill>
        <a:effectLst/>
      </p:bgPr>
    </p:bg>
    <p:spTree>
      <p:nvGrpSpPr>
        <p:cNvPr id="1" name="Shape 37"/>
        <p:cNvGrpSpPr/>
        <p:nvPr/>
      </p:nvGrpSpPr>
      <p:grpSpPr>
        <a:xfrm>
          <a:off x="0" y="0"/>
          <a:ext cx="0" cy="0"/>
          <a:chOff x="0" y="0"/>
          <a:chExt cx="0" cy="0"/>
        </a:xfrm>
      </p:grpSpPr>
      <p:sp>
        <p:nvSpPr>
          <p:cNvPr id="38" name="Google Shape;38;p10"/>
          <p:cNvSpPr txBox="1">
            <a:spLocks noGrp="1"/>
          </p:cNvSpPr>
          <p:nvPr>
            <p:ph type="body" idx="1"/>
          </p:nvPr>
        </p:nvSpPr>
        <p:spPr>
          <a:xfrm>
            <a:off x="1104300" y="2276100"/>
            <a:ext cx="6935400" cy="819900"/>
          </a:xfrm>
          <a:prstGeom prst="rect">
            <a:avLst/>
          </a:prstGeom>
        </p:spPr>
        <p:txBody>
          <a:bodyPr spcFirstLastPara="1" wrap="square" lIns="91425" tIns="91425" rIns="91425" bIns="91425" anchor="ctr" anchorCtr="0">
            <a:noAutofit/>
          </a:bodyPr>
          <a:lstStyle>
            <a:lvl1pPr marL="457200" lvl="0" indent="-381000" algn="ctr" rtl="0">
              <a:spcBef>
                <a:spcPts val="600"/>
              </a:spcBef>
              <a:spcAft>
                <a:spcPts val="0"/>
              </a:spcAft>
              <a:buSzPts val="2400"/>
              <a:buChar char="▸"/>
              <a:defRPr sz="2400" i="1"/>
            </a:lvl1pPr>
            <a:lvl2pPr marL="914400" lvl="1" indent="-381000" algn="ctr" rtl="0">
              <a:spcBef>
                <a:spcPts val="0"/>
              </a:spcBef>
              <a:spcAft>
                <a:spcPts val="0"/>
              </a:spcAft>
              <a:buSzPts val="2400"/>
              <a:buChar char="○"/>
              <a:defRPr i="1"/>
            </a:lvl2pPr>
            <a:lvl3pPr marL="1371600" lvl="2" indent="-381000" algn="ctr" rtl="0">
              <a:spcBef>
                <a:spcPts val="0"/>
              </a:spcBef>
              <a:spcAft>
                <a:spcPts val="0"/>
              </a:spcAft>
              <a:buSzPts val="2400"/>
              <a:buChar char="■"/>
              <a:defRPr i="1"/>
            </a:lvl3pPr>
            <a:lvl4pPr marL="1828800" lvl="3" indent="-381000" algn="ctr" rtl="0">
              <a:spcBef>
                <a:spcPts val="0"/>
              </a:spcBef>
              <a:spcAft>
                <a:spcPts val="0"/>
              </a:spcAft>
              <a:buSzPts val="2400"/>
              <a:buChar char="●"/>
              <a:defRPr sz="2400" i="1"/>
            </a:lvl4pPr>
            <a:lvl5pPr marL="2286000" lvl="4" indent="-381000" algn="ctr" rtl="0">
              <a:spcBef>
                <a:spcPts val="0"/>
              </a:spcBef>
              <a:spcAft>
                <a:spcPts val="0"/>
              </a:spcAft>
              <a:buSzPts val="2400"/>
              <a:buChar char="○"/>
              <a:defRPr sz="2400" i="1"/>
            </a:lvl5pPr>
            <a:lvl6pPr marL="2743200" lvl="5" indent="-381000" algn="ctr" rtl="0">
              <a:spcBef>
                <a:spcPts val="0"/>
              </a:spcBef>
              <a:spcAft>
                <a:spcPts val="0"/>
              </a:spcAft>
              <a:buSzPts val="2400"/>
              <a:buChar char="■"/>
              <a:defRPr sz="2400" i="1"/>
            </a:lvl6pPr>
            <a:lvl7pPr marL="3200400" lvl="6" indent="-381000" algn="ctr" rtl="0">
              <a:spcBef>
                <a:spcPts val="0"/>
              </a:spcBef>
              <a:spcAft>
                <a:spcPts val="0"/>
              </a:spcAft>
              <a:buSzPts val="2400"/>
              <a:buChar char="●"/>
              <a:defRPr sz="2400" i="1"/>
            </a:lvl7pPr>
            <a:lvl8pPr marL="3657600" lvl="7" indent="-381000" algn="ctr" rtl="0">
              <a:spcBef>
                <a:spcPts val="0"/>
              </a:spcBef>
              <a:spcAft>
                <a:spcPts val="0"/>
              </a:spcAft>
              <a:buSzPts val="2400"/>
              <a:buChar char="○"/>
              <a:defRPr sz="2400" i="1"/>
            </a:lvl8pPr>
            <a:lvl9pPr marL="4114800" lvl="8" indent="-381000" algn="ctr" rtl="0">
              <a:spcBef>
                <a:spcPts val="0"/>
              </a:spcBef>
              <a:spcAft>
                <a:spcPts val="0"/>
              </a:spcAft>
              <a:buSzPts val="2400"/>
              <a:buChar char="■"/>
              <a:defRPr sz="2400" i="1"/>
            </a:lvl9pPr>
          </a:lstStyle>
          <a:p>
            <a:endParaRPr/>
          </a:p>
        </p:txBody>
      </p:sp>
      <p:sp>
        <p:nvSpPr>
          <p:cNvPr id="39" name="Google Shape;39;p10"/>
          <p:cNvSpPr txBox="1"/>
          <p:nvPr/>
        </p:nvSpPr>
        <p:spPr>
          <a:xfrm>
            <a:off x="3593400" y="1283826"/>
            <a:ext cx="1957200" cy="653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600">
                <a:solidFill>
                  <a:schemeClr val="accent5"/>
                </a:solidFill>
                <a:latin typeface="Permanent Marker"/>
                <a:ea typeface="Permanent Marker"/>
                <a:cs typeface="Permanent Marker"/>
                <a:sym typeface="Permanent Marker"/>
              </a:rPr>
              <a:t>“</a:t>
            </a:r>
            <a:endParaRPr sz="9600">
              <a:solidFill>
                <a:schemeClr val="accent5"/>
              </a:solidFill>
              <a:latin typeface="Permanent Marker"/>
              <a:ea typeface="Permanent Marker"/>
              <a:cs typeface="Permanent Marker"/>
              <a:sym typeface="Permanent Marker"/>
            </a:endParaRPr>
          </a:p>
        </p:txBody>
      </p:sp>
      <p:sp>
        <p:nvSpPr>
          <p:cNvPr id="40" name="Google Shape;40;p10"/>
          <p:cNvSpPr txBox="1">
            <a:spLocks noGrp="1"/>
          </p:cNvSpPr>
          <p:nvPr>
            <p:ph type="sldNum" idx="12"/>
          </p:nvPr>
        </p:nvSpPr>
        <p:spPr>
          <a:xfrm>
            <a:off x="4297650" y="4859852"/>
            <a:ext cx="548700" cy="283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 1 column" type="tx">
  <p:cSld name="TITLE_AND_BODY">
    <p:bg>
      <p:bgPr>
        <a:blipFill>
          <a:blip r:embed="rId2">
            <a:alphaModFix/>
          </a:blip>
          <a:stretch>
            <a:fillRect/>
          </a:stretch>
        </a:blipFill>
        <a:effectLst/>
      </p:bgPr>
    </p:bg>
    <p:spTree>
      <p:nvGrpSpPr>
        <p:cNvPr id="1" name="Shape 41"/>
        <p:cNvGrpSpPr/>
        <p:nvPr/>
      </p:nvGrpSpPr>
      <p:grpSpPr>
        <a:xfrm>
          <a:off x="0" y="0"/>
          <a:ext cx="0" cy="0"/>
          <a:chOff x="0" y="0"/>
          <a:chExt cx="0" cy="0"/>
        </a:xfrm>
      </p:grpSpPr>
      <p:sp>
        <p:nvSpPr>
          <p:cNvPr id="42" name="Google Shape;42;p11"/>
          <p:cNvSpPr txBox="1">
            <a:spLocks noGrp="1"/>
          </p:cNvSpPr>
          <p:nvPr>
            <p:ph type="title"/>
          </p:nvPr>
        </p:nvSpPr>
        <p:spPr>
          <a:xfrm>
            <a:off x="457200" y="-22622"/>
            <a:ext cx="8229600" cy="8574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2400"/>
              <a:buNone/>
              <a:defRPr>
                <a:solidFill>
                  <a:schemeClr val="lt1"/>
                </a:solidFill>
              </a:defRPr>
            </a:lvl1pPr>
            <a:lvl2pPr lvl="1">
              <a:spcBef>
                <a:spcPts val="0"/>
              </a:spcBef>
              <a:spcAft>
                <a:spcPts val="0"/>
              </a:spcAft>
              <a:buClr>
                <a:schemeClr val="lt1"/>
              </a:buClr>
              <a:buSzPts val="2400"/>
              <a:buNone/>
              <a:defRPr>
                <a:solidFill>
                  <a:schemeClr val="lt1"/>
                </a:solidFill>
              </a:defRPr>
            </a:lvl2pPr>
            <a:lvl3pPr lvl="2">
              <a:spcBef>
                <a:spcPts val="0"/>
              </a:spcBef>
              <a:spcAft>
                <a:spcPts val="0"/>
              </a:spcAft>
              <a:buClr>
                <a:schemeClr val="lt1"/>
              </a:buClr>
              <a:buSzPts val="2400"/>
              <a:buNone/>
              <a:defRPr>
                <a:solidFill>
                  <a:schemeClr val="lt1"/>
                </a:solidFill>
              </a:defRPr>
            </a:lvl3pPr>
            <a:lvl4pPr lvl="3">
              <a:spcBef>
                <a:spcPts val="0"/>
              </a:spcBef>
              <a:spcAft>
                <a:spcPts val="0"/>
              </a:spcAft>
              <a:buClr>
                <a:schemeClr val="lt1"/>
              </a:buClr>
              <a:buSzPts val="2400"/>
              <a:buNone/>
              <a:defRPr>
                <a:solidFill>
                  <a:schemeClr val="lt1"/>
                </a:solidFill>
              </a:defRPr>
            </a:lvl4pPr>
            <a:lvl5pPr lvl="4">
              <a:spcBef>
                <a:spcPts val="0"/>
              </a:spcBef>
              <a:spcAft>
                <a:spcPts val="0"/>
              </a:spcAft>
              <a:buClr>
                <a:schemeClr val="lt1"/>
              </a:buClr>
              <a:buSzPts val="2400"/>
              <a:buNone/>
              <a:defRPr>
                <a:solidFill>
                  <a:schemeClr val="lt1"/>
                </a:solidFill>
              </a:defRPr>
            </a:lvl5pPr>
            <a:lvl6pPr lvl="5">
              <a:spcBef>
                <a:spcPts val="0"/>
              </a:spcBef>
              <a:spcAft>
                <a:spcPts val="0"/>
              </a:spcAft>
              <a:buClr>
                <a:schemeClr val="lt1"/>
              </a:buClr>
              <a:buSzPts val="2400"/>
              <a:buNone/>
              <a:defRPr>
                <a:solidFill>
                  <a:schemeClr val="lt1"/>
                </a:solidFill>
              </a:defRPr>
            </a:lvl6pPr>
            <a:lvl7pPr lvl="6">
              <a:spcBef>
                <a:spcPts val="0"/>
              </a:spcBef>
              <a:spcAft>
                <a:spcPts val="0"/>
              </a:spcAft>
              <a:buClr>
                <a:schemeClr val="lt1"/>
              </a:buClr>
              <a:buSzPts val="2400"/>
              <a:buNone/>
              <a:defRPr>
                <a:solidFill>
                  <a:schemeClr val="lt1"/>
                </a:solidFill>
              </a:defRPr>
            </a:lvl7pPr>
            <a:lvl8pPr lvl="7">
              <a:spcBef>
                <a:spcPts val="0"/>
              </a:spcBef>
              <a:spcAft>
                <a:spcPts val="0"/>
              </a:spcAft>
              <a:buClr>
                <a:schemeClr val="lt1"/>
              </a:buClr>
              <a:buSzPts val="2400"/>
              <a:buNone/>
              <a:defRPr>
                <a:solidFill>
                  <a:schemeClr val="lt1"/>
                </a:solidFill>
              </a:defRPr>
            </a:lvl8pPr>
            <a:lvl9pPr lvl="8">
              <a:spcBef>
                <a:spcPts val="0"/>
              </a:spcBef>
              <a:spcAft>
                <a:spcPts val="0"/>
              </a:spcAft>
              <a:buClr>
                <a:schemeClr val="lt1"/>
              </a:buClr>
              <a:buSzPts val="2400"/>
              <a:buNone/>
              <a:defRPr>
                <a:solidFill>
                  <a:schemeClr val="lt1"/>
                </a:solidFill>
              </a:defRPr>
            </a:lvl9pPr>
          </a:lstStyle>
          <a:p>
            <a:endParaRPr/>
          </a:p>
        </p:txBody>
      </p:sp>
      <p:sp>
        <p:nvSpPr>
          <p:cNvPr id="43" name="Google Shape;43;p11"/>
          <p:cNvSpPr txBox="1">
            <a:spLocks noGrp="1"/>
          </p:cNvSpPr>
          <p:nvPr>
            <p:ph type="body" idx="1"/>
          </p:nvPr>
        </p:nvSpPr>
        <p:spPr>
          <a:xfrm>
            <a:off x="911700" y="1200150"/>
            <a:ext cx="7320600" cy="3725700"/>
          </a:xfrm>
          <a:prstGeom prst="rect">
            <a:avLst/>
          </a:prstGeom>
        </p:spPr>
        <p:txBody>
          <a:bodyPr spcFirstLastPara="1" wrap="square" lIns="91425" tIns="91425" rIns="91425" bIns="91425" anchor="t" anchorCtr="0">
            <a:noAutofit/>
          </a:bodyPr>
          <a:lstStyle>
            <a:lvl1pPr marL="457200" lvl="0" indent="-381000">
              <a:spcBef>
                <a:spcPts val="600"/>
              </a:spcBef>
              <a:spcAft>
                <a:spcPts val="0"/>
              </a:spcAft>
              <a:buSzPts val="24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81000">
              <a:spcBef>
                <a:spcPts val="0"/>
              </a:spcBef>
              <a:spcAft>
                <a:spcPts val="0"/>
              </a:spcAft>
              <a:buSzPts val="2400"/>
              <a:buChar char="●"/>
              <a:defRPr/>
            </a:lvl4pPr>
            <a:lvl5pPr marL="2286000" lvl="4" indent="-381000">
              <a:spcBef>
                <a:spcPts val="0"/>
              </a:spcBef>
              <a:spcAft>
                <a:spcPts val="0"/>
              </a:spcAft>
              <a:buSzPts val="2400"/>
              <a:buChar char="○"/>
              <a:defRPr/>
            </a:lvl5pPr>
            <a:lvl6pPr marL="2743200" lvl="5" indent="-381000">
              <a:spcBef>
                <a:spcPts val="0"/>
              </a:spcBef>
              <a:spcAft>
                <a:spcPts val="0"/>
              </a:spcAft>
              <a:buSzPts val="2400"/>
              <a:buChar char="■"/>
              <a:defRPr/>
            </a:lvl6pPr>
            <a:lvl7pPr marL="3200400" lvl="6" indent="-381000">
              <a:spcBef>
                <a:spcPts val="0"/>
              </a:spcBef>
              <a:spcAft>
                <a:spcPts val="0"/>
              </a:spcAft>
              <a:buSzPts val="2400"/>
              <a:buChar char="●"/>
              <a:defRPr/>
            </a:lvl7pPr>
            <a:lvl8pPr marL="3657600" lvl="7" indent="-381000">
              <a:spcBef>
                <a:spcPts val="0"/>
              </a:spcBef>
              <a:spcAft>
                <a:spcPts val="0"/>
              </a:spcAft>
              <a:buSzPts val="2400"/>
              <a:buChar char="○"/>
              <a:defRPr/>
            </a:lvl8pPr>
            <a:lvl9pPr marL="4114800" lvl="8" indent="-381000">
              <a:spcBef>
                <a:spcPts val="0"/>
              </a:spcBef>
              <a:spcAft>
                <a:spcPts val="0"/>
              </a:spcAft>
              <a:buSzPts val="2400"/>
              <a:buChar char="■"/>
              <a:defRPr/>
            </a:lvl9pPr>
          </a:lstStyle>
          <a:p>
            <a:endParaRPr/>
          </a:p>
        </p:txBody>
      </p:sp>
      <p:sp>
        <p:nvSpPr>
          <p:cNvPr id="44" name="Google Shape;44;p11"/>
          <p:cNvSpPr txBox="1">
            <a:spLocks noGrp="1"/>
          </p:cNvSpPr>
          <p:nvPr>
            <p:ph type="sldNum" idx="12"/>
          </p:nvPr>
        </p:nvSpPr>
        <p:spPr>
          <a:xfrm>
            <a:off x="4297650" y="4859852"/>
            <a:ext cx="548700" cy="283800"/>
          </a:xfrm>
          <a:prstGeom prst="rect">
            <a:avLst/>
          </a:prstGeom>
        </p:spPr>
        <p:txBody>
          <a:bodyPr spcFirstLastPara="1" wrap="square" lIns="91425" tIns="91425" rIns="91425" bIns="91425" anchor="t"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bg>
      <p:bgPr>
        <a:blipFill>
          <a:blip r:embed="rId2">
            <a:alphaModFix/>
          </a:blip>
          <a:stretch>
            <a:fillRect/>
          </a:stretch>
        </a:blipFill>
        <a:effectLst/>
      </p:bgPr>
    </p:bg>
    <p:spTree>
      <p:nvGrpSpPr>
        <p:cNvPr id="1" name="Shape 45"/>
        <p:cNvGrpSpPr/>
        <p:nvPr/>
      </p:nvGrpSpPr>
      <p:grpSpPr>
        <a:xfrm>
          <a:off x="0" y="0"/>
          <a:ext cx="0" cy="0"/>
          <a:chOff x="0" y="0"/>
          <a:chExt cx="0" cy="0"/>
        </a:xfrm>
      </p:grpSpPr>
      <p:sp>
        <p:nvSpPr>
          <p:cNvPr id="46" name="Google Shape;46;p12"/>
          <p:cNvSpPr txBox="1">
            <a:spLocks noGrp="1"/>
          </p:cNvSpPr>
          <p:nvPr>
            <p:ph type="title"/>
          </p:nvPr>
        </p:nvSpPr>
        <p:spPr>
          <a:xfrm>
            <a:off x="457200" y="-22622"/>
            <a:ext cx="8229600" cy="8574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2400"/>
              <a:buNone/>
              <a:defRPr>
                <a:solidFill>
                  <a:schemeClr val="lt1"/>
                </a:solidFill>
              </a:defRPr>
            </a:lvl1pPr>
            <a:lvl2pPr lvl="1">
              <a:spcBef>
                <a:spcPts val="0"/>
              </a:spcBef>
              <a:spcAft>
                <a:spcPts val="0"/>
              </a:spcAft>
              <a:buClr>
                <a:schemeClr val="lt1"/>
              </a:buClr>
              <a:buSzPts val="2400"/>
              <a:buNone/>
              <a:defRPr>
                <a:solidFill>
                  <a:schemeClr val="lt1"/>
                </a:solidFill>
              </a:defRPr>
            </a:lvl2pPr>
            <a:lvl3pPr lvl="2">
              <a:spcBef>
                <a:spcPts val="0"/>
              </a:spcBef>
              <a:spcAft>
                <a:spcPts val="0"/>
              </a:spcAft>
              <a:buClr>
                <a:schemeClr val="lt1"/>
              </a:buClr>
              <a:buSzPts val="2400"/>
              <a:buNone/>
              <a:defRPr>
                <a:solidFill>
                  <a:schemeClr val="lt1"/>
                </a:solidFill>
              </a:defRPr>
            </a:lvl3pPr>
            <a:lvl4pPr lvl="3">
              <a:spcBef>
                <a:spcPts val="0"/>
              </a:spcBef>
              <a:spcAft>
                <a:spcPts val="0"/>
              </a:spcAft>
              <a:buClr>
                <a:schemeClr val="lt1"/>
              </a:buClr>
              <a:buSzPts val="2400"/>
              <a:buNone/>
              <a:defRPr>
                <a:solidFill>
                  <a:schemeClr val="lt1"/>
                </a:solidFill>
              </a:defRPr>
            </a:lvl4pPr>
            <a:lvl5pPr lvl="4">
              <a:spcBef>
                <a:spcPts val="0"/>
              </a:spcBef>
              <a:spcAft>
                <a:spcPts val="0"/>
              </a:spcAft>
              <a:buClr>
                <a:schemeClr val="lt1"/>
              </a:buClr>
              <a:buSzPts val="2400"/>
              <a:buNone/>
              <a:defRPr>
                <a:solidFill>
                  <a:schemeClr val="lt1"/>
                </a:solidFill>
              </a:defRPr>
            </a:lvl5pPr>
            <a:lvl6pPr lvl="5">
              <a:spcBef>
                <a:spcPts val="0"/>
              </a:spcBef>
              <a:spcAft>
                <a:spcPts val="0"/>
              </a:spcAft>
              <a:buClr>
                <a:schemeClr val="lt1"/>
              </a:buClr>
              <a:buSzPts val="2400"/>
              <a:buNone/>
              <a:defRPr>
                <a:solidFill>
                  <a:schemeClr val="lt1"/>
                </a:solidFill>
              </a:defRPr>
            </a:lvl6pPr>
            <a:lvl7pPr lvl="6">
              <a:spcBef>
                <a:spcPts val="0"/>
              </a:spcBef>
              <a:spcAft>
                <a:spcPts val="0"/>
              </a:spcAft>
              <a:buClr>
                <a:schemeClr val="lt1"/>
              </a:buClr>
              <a:buSzPts val="2400"/>
              <a:buNone/>
              <a:defRPr>
                <a:solidFill>
                  <a:schemeClr val="lt1"/>
                </a:solidFill>
              </a:defRPr>
            </a:lvl7pPr>
            <a:lvl8pPr lvl="7">
              <a:spcBef>
                <a:spcPts val="0"/>
              </a:spcBef>
              <a:spcAft>
                <a:spcPts val="0"/>
              </a:spcAft>
              <a:buClr>
                <a:schemeClr val="lt1"/>
              </a:buClr>
              <a:buSzPts val="2400"/>
              <a:buNone/>
              <a:defRPr>
                <a:solidFill>
                  <a:schemeClr val="lt1"/>
                </a:solidFill>
              </a:defRPr>
            </a:lvl8pPr>
            <a:lvl9pPr lvl="8">
              <a:spcBef>
                <a:spcPts val="0"/>
              </a:spcBef>
              <a:spcAft>
                <a:spcPts val="0"/>
              </a:spcAft>
              <a:buClr>
                <a:schemeClr val="lt1"/>
              </a:buClr>
              <a:buSzPts val="2400"/>
              <a:buNone/>
              <a:defRPr>
                <a:solidFill>
                  <a:schemeClr val="lt1"/>
                </a:solidFill>
              </a:defRPr>
            </a:lvl9pPr>
          </a:lstStyle>
          <a:p>
            <a:endParaRPr/>
          </a:p>
        </p:txBody>
      </p:sp>
      <p:sp>
        <p:nvSpPr>
          <p:cNvPr id="47" name="Google Shape;47;p12"/>
          <p:cNvSpPr txBox="1">
            <a:spLocks noGrp="1"/>
          </p:cNvSpPr>
          <p:nvPr>
            <p:ph type="body" idx="1"/>
          </p:nvPr>
        </p:nvSpPr>
        <p:spPr>
          <a:xfrm>
            <a:off x="804800" y="1200150"/>
            <a:ext cx="3657000" cy="3284100"/>
          </a:xfrm>
          <a:prstGeom prst="rect">
            <a:avLst/>
          </a:prstGeom>
        </p:spPr>
        <p:txBody>
          <a:bodyPr spcFirstLastPara="1" wrap="square" lIns="91425" tIns="91425" rIns="91425" bIns="91425" anchor="t" anchorCtr="0">
            <a:noAutofit/>
          </a:bodyPr>
          <a:lstStyle>
            <a:lvl1pPr marL="457200" lvl="0" indent="-355600">
              <a:spcBef>
                <a:spcPts val="600"/>
              </a:spcBef>
              <a:spcAft>
                <a:spcPts val="0"/>
              </a:spcAft>
              <a:buSzPts val="2000"/>
              <a:buChar char="▸"/>
              <a:defRPr sz="2000"/>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endParaRPr/>
          </a:p>
        </p:txBody>
      </p:sp>
      <p:sp>
        <p:nvSpPr>
          <p:cNvPr id="48" name="Google Shape;48;p12"/>
          <p:cNvSpPr txBox="1">
            <a:spLocks noGrp="1"/>
          </p:cNvSpPr>
          <p:nvPr>
            <p:ph type="body" idx="2"/>
          </p:nvPr>
        </p:nvSpPr>
        <p:spPr>
          <a:xfrm>
            <a:off x="4682201" y="1200150"/>
            <a:ext cx="3657000" cy="3284100"/>
          </a:xfrm>
          <a:prstGeom prst="rect">
            <a:avLst/>
          </a:prstGeom>
        </p:spPr>
        <p:txBody>
          <a:bodyPr spcFirstLastPara="1" wrap="square" lIns="91425" tIns="91425" rIns="91425" bIns="91425" anchor="t" anchorCtr="0">
            <a:noAutofit/>
          </a:bodyPr>
          <a:lstStyle>
            <a:lvl1pPr marL="457200" lvl="0" indent="-355600">
              <a:spcBef>
                <a:spcPts val="600"/>
              </a:spcBef>
              <a:spcAft>
                <a:spcPts val="0"/>
              </a:spcAft>
              <a:buSzPts val="2000"/>
              <a:buChar char="▸"/>
              <a:defRPr sz="2000"/>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endParaRPr/>
          </a:p>
        </p:txBody>
      </p:sp>
      <p:sp>
        <p:nvSpPr>
          <p:cNvPr id="49" name="Google Shape;49;p12"/>
          <p:cNvSpPr txBox="1">
            <a:spLocks noGrp="1"/>
          </p:cNvSpPr>
          <p:nvPr>
            <p:ph type="sldNum" idx="12"/>
          </p:nvPr>
        </p:nvSpPr>
        <p:spPr>
          <a:xfrm>
            <a:off x="4297650" y="4859852"/>
            <a:ext cx="548700" cy="283800"/>
          </a:xfrm>
          <a:prstGeom prst="rect">
            <a:avLst/>
          </a:prstGeom>
        </p:spPr>
        <p:txBody>
          <a:bodyPr spcFirstLastPara="1" wrap="square" lIns="91425" tIns="91425" rIns="91425" bIns="91425" anchor="t"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bg>
      <p:bgPr>
        <a:blipFill>
          <a:blip r:embed="rId2">
            <a:alphaModFix/>
          </a:blip>
          <a:stretch>
            <a:fillRect/>
          </a:stretch>
        </a:blip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200" y="-22622"/>
            <a:ext cx="8229600" cy="857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2400"/>
              <a:buNone/>
              <a:defRPr>
                <a:solidFill>
                  <a:schemeClr val="lt1"/>
                </a:solidFill>
              </a:defRPr>
            </a:lvl1pPr>
            <a:lvl2pPr lvl="1" rtl="0">
              <a:spcBef>
                <a:spcPts val="0"/>
              </a:spcBef>
              <a:spcAft>
                <a:spcPts val="0"/>
              </a:spcAft>
              <a:buClr>
                <a:schemeClr val="lt1"/>
              </a:buClr>
              <a:buSzPts val="2400"/>
              <a:buNone/>
              <a:defRPr>
                <a:solidFill>
                  <a:schemeClr val="lt1"/>
                </a:solidFill>
              </a:defRPr>
            </a:lvl2pPr>
            <a:lvl3pPr lvl="2" rtl="0">
              <a:spcBef>
                <a:spcPts val="0"/>
              </a:spcBef>
              <a:spcAft>
                <a:spcPts val="0"/>
              </a:spcAft>
              <a:buClr>
                <a:schemeClr val="lt1"/>
              </a:buClr>
              <a:buSzPts val="2400"/>
              <a:buNone/>
              <a:defRPr>
                <a:solidFill>
                  <a:schemeClr val="lt1"/>
                </a:solidFill>
              </a:defRPr>
            </a:lvl3pPr>
            <a:lvl4pPr lvl="3" rtl="0">
              <a:spcBef>
                <a:spcPts val="0"/>
              </a:spcBef>
              <a:spcAft>
                <a:spcPts val="0"/>
              </a:spcAft>
              <a:buClr>
                <a:schemeClr val="lt1"/>
              </a:buClr>
              <a:buSzPts val="2400"/>
              <a:buNone/>
              <a:defRPr>
                <a:solidFill>
                  <a:schemeClr val="lt1"/>
                </a:solidFill>
              </a:defRPr>
            </a:lvl4pPr>
            <a:lvl5pPr lvl="4" rtl="0">
              <a:spcBef>
                <a:spcPts val="0"/>
              </a:spcBef>
              <a:spcAft>
                <a:spcPts val="0"/>
              </a:spcAft>
              <a:buClr>
                <a:schemeClr val="lt1"/>
              </a:buClr>
              <a:buSzPts val="2400"/>
              <a:buNone/>
              <a:defRPr>
                <a:solidFill>
                  <a:schemeClr val="lt1"/>
                </a:solidFill>
              </a:defRPr>
            </a:lvl5pPr>
            <a:lvl6pPr lvl="5" rtl="0">
              <a:spcBef>
                <a:spcPts val="0"/>
              </a:spcBef>
              <a:spcAft>
                <a:spcPts val="0"/>
              </a:spcAft>
              <a:buClr>
                <a:schemeClr val="lt1"/>
              </a:buClr>
              <a:buSzPts val="2400"/>
              <a:buNone/>
              <a:defRPr>
                <a:solidFill>
                  <a:schemeClr val="lt1"/>
                </a:solidFill>
              </a:defRPr>
            </a:lvl6pPr>
            <a:lvl7pPr lvl="6" rtl="0">
              <a:spcBef>
                <a:spcPts val="0"/>
              </a:spcBef>
              <a:spcAft>
                <a:spcPts val="0"/>
              </a:spcAft>
              <a:buClr>
                <a:schemeClr val="lt1"/>
              </a:buClr>
              <a:buSzPts val="2400"/>
              <a:buNone/>
              <a:defRPr>
                <a:solidFill>
                  <a:schemeClr val="lt1"/>
                </a:solidFill>
              </a:defRPr>
            </a:lvl7pPr>
            <a:lvl8pPr lvl="7" rtl="0">
              <a:spcBef>
                <a:spcPts val="0"/>
              </a:spcBef>
              <a:spcAft>
                <a:spcPts val="0"/>
              </a:spcAft>
              <a:buClr>
                <a:schemeClr val="lt1"/>
              </a:buClr>
              <a:buSzPts val="2400"/>
              <a:buNone/>
              <a:defRPr>
                <a:solidFill>
                  <a:schemeClr val="lt1"/>
                </a:solidFill>
              </a:defRPr>
            </a:lvl8pPr>
            <a:lvl9pPr lvl="8" rtl="0">
              <a:spcBef>
                <a:spcPts val="0"/>
              </a:spcBef>
              <a:spcAft>
                <a:spcPts val="0"/>
              </a:spcAft>
              <a:buClr>
                <a:schemeClr val="lt1"/>
              </a:buClr>
              <a:buSzPts val="2400"/>
              <a:buNone/>
              <a:defRPr>
                <a:solidFill>
                  <a:schemeClr val="lt1"/>
                </a:solidFill>
              </a:defRPr>
            </a:lvl9pPr>
          </a:lstStyle>
          <a:p>
            <a:endParaRPr/>
          </a:p>
        </p:txBody>
      </p:sp>
      <p:sp>
        <p:nvSpPr>
          <p:cNvPr id="52" name="Google Shape;52;p13"/>
          <p:cNvSpPr txBox="1">
            <a:spLocks noGrp="1"/>
          </p:cNvSpPr>
          <p:nvPr>
            <p:ph type="body" idx="1"/>
          </p:nvPr>
        </p:nvSpPr>
        <p:spPr>
          <a:xfrm>
            <a:off x="489275" y="1200150"/>
            <a:ext cx="2631900" cy="3299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sz="1800"/>
            </a:lvl1pPr>
            <a:lvl2pPr marL="914400" lvl="1" indent="-342900" rtl="0">
              <a:spcBef>
                <a:spcPts val="0"/>
              </a:spcBef>
              <a:spcAft>
                <a:spcPts val="0"/>
              </a:spcAft>
              <a:buSzPts val="1800"/>
              <a:buChar char="○"/>
              <a:defRPr sz="1800"/>
            </a:lvl2pPr>
            <a:lvl3pPr marL="1371600" lvl="2" indent="-342900" rtl="0">
              <a:spcBef>
                <a:spcPts val="0"/>
              </a:spcBef>
              <a:spcAft>
                <a:spcPts val="0"/>
              </a:spcAft>
              <a:buSzPts val="1800"/>
              <a:buChar char="■"/>
              <a:defRPr sz="1800"/>
            </a:lvl3pPr>
            <a:lvl4pPr marL="1828800" lvl="3" indent="-342900" rtl="0">
              <a:spcBef>
                <a:spcPts val="0"/>
              </a:spcBef>
              <a:spcAft>
                <a:spcPts val="0"/>
              </a:spcAft>
              <a:buSzPts val="1800"/>
              <a:buChar char="●"/>
              <a:defRPr sz="1800"/>
            </a:lvl4pPr>
            <a:lvl5pPr marL="2286000" lvl="4" indent="-342900" rtl="0">
              <a:spcBef>
                <a:spcPts val="0"/>
              </a:spcBef>
              <a:spcAft>
                <a:spcPts val="0"/>
              </a:spcAft>
              <a:buSzPts val="1800"/>
              <a:buChar char="○"/>
              <a:defRPr sz="1800"/>
            </a:lvl5pPr>
            <a:lvl6pPr marL="2743200" lvl="5" indent="-342900" rtl="0">
              <a:spcBef>
                <a:spcPts val="0"/>
              </a:spcBef>
              <a:spcAft>
                <a:spcPts val="0"/>
              </a:spcAft>
              <a:buSzPts val="1800"/>
              <a:buChar char="■"/>
              <a:defRPr sz="1800"/>
            </a:lvl6pPr>
            <a:lvl7pPr marL="3200400" lvl="6" indent="-342900" rtl="0">
              <a:spcBef>
                <a:spcPts val="0"/>
              </a:spcBef>
              <a:spcAft>
                <a:spcPts val="0"/>
              </a:spcAft>
              <a:buSzPts val="1800"/>
              <a:buChar char="●"/>
              <a:defRPr sz="1800"/>
            </a:lvl7pPr>
            <a:lvl8pPr marL="3657600" lvl="7" indent="-342900" rtl="0">
              <a:spcBef>
                <a:spcPts val="0"/>
              </a:spcBef>
              <a:spcAft>
                <a:spcPts val="0"/>
              </a:spcAft>
              <a:buSzPts val="1800"/>
              <a:buChar char="○"/>
              <a:defRPr sz="1800"/>
            </a:lvl8pPr>
            <a:lvl9pPr marL="4114800" lvl="8" indent="-342900" rtl="0">
              <a:spcBef>
                <a:spcPts val="0"/>
              </a:spcBef>
              <a:spcAft>
                <a:spcPts val="0"/>
              </a:spcAft>
              <a:buSzPts val="1800"/>
              <a:buChar char="■"/>
              <a:defRPr sz="1800"/>
            </a:lvl9pPr>
          </a:lstStyle>
          <a:p>
            <a:endParaRPr/>
          </a:p>
        </p:txBody>
      </p:sp>
      <p:sp>
        <p:nvSpPr>
          <p:cNvPr id="53" name="Google Shape;53;p13"/>
          <p:cNvSpPr txBox="1">
            <a:spLocks noGrp="1"/>
          </p:cNvSpPr>
          <p:nvPr>
            <p:ph type="body" idx="2"/>
          </p:nvPr>
        </p:nvSpPr>
        <p:spPr>
          <a:xfrm>
            <a:off x="3256047" y="1200150"/>
            <a:ext cx="2631900" cy="3299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sz="1800"/>
            </a:lvl1pPr>
            <a:lvl2pPr marL="914400" lvl="1" indent="-342900" rtl="0">
              <a:spcBef>
                <a:spcPts val="0"/>
              </a:spcBef>
              <a:spcAft>
                <a:spcPts val="0"/>
              </a:spcAft>
              <a:buSzPts val="1800"/>
              <a:buChar char="○"/>
              <a:defRPr sz="1800"/>
            </a:lvl2pPr>
            <a:lvl3pPr marL="1371600" lvl="2" indent="-342900" rtl="0">
              <a:spcBef>
                <a:spcPts val="0"/>
              </a:spcBef>
              <a:spcAft>
                <a:spcPts val="0"/>
              </a:spcAft>
              <a:buSzPts val="1800"/>
              <a:buChar char="■"/>
              <a:defRPr sz="1800"/>
            </a:lvl3pPr>
            <a:lvl4pPr marL="1828800" lvl="3" indent="-342900" rtl="0">
              <a:spcBef>
                <a:spcPts val="0"/>
              </a:spcBef>
              <a:spcAft>
                <a:spcPts val="0"/>
              </a:spcAft>
              <a:buSzPts val="1800"/>
              <a:buChar char="●"/>
              <a:defRPr sz="1800"/>
            </a:lvl4pPr>
            <a:lvl5pPr marL="2286000" lvl="4" indent="-342900" rtl="0">
              <a:spcBef>
                <a:spcPts val="0"/>
              </a:spcBef>
              <a:spcAft>
                <a:spcPts val="0"/>
              </a:spcAft>
              <a:buSzPts val="1800"/>
              <a:buChar char="○"/>
              <a:defRPr sz="1800"/>
            </a:lvl5pPr>
            <a:lvl6pPr marL="2743200" lvl="5" indent="-342900" rtl="0">
              <a:spcBef>
                <a:spcPts val="0"/>
              </a:spcBef>
              <a:spcAft>
                <a:spcPts val="0"/>
              </a:spcAft>
              <a:buSzPts val="1800"/>
              <a:buChar char="■"/>
              <a:defRPr sz="1800"/>
            </a:lvl6pPr>
            <a:lvl7pPr marL="3200400" lvl="6" indent="-342900" rtl="0">
              <a:spcBef>
                <a:spcPts val="0"/>
              </a:spcBef>
              <a:spcAft>
                <a:spcPts val="0"/>
              </a:spcAft>
              <a:buSzPts val="1800"/>
              <a:buChar char="●"/>
              <a:defRPr sz="1800"/>
            </a:lvl7pPr>
            <a:lvl8pPr marL="3657600" lvl="7" indent="-342900" rtl="0">
              <a:spcBef>
                <a:spcPts val="0"/>
              </a:spcBef>
              <a:spcAft>
                <a:spcPts val="0"/>
              </a:spcAft>
              <a:buSzPts val="1800"/>
              <a:buChar char="○"/>
              <a:defRPr sz="1800"/>
            </a:lvl8pPr>
            <a:lvl9pPr marL="4114800" lvl="8" indent="-342900" rtl="0">
              <a:spcBef>
                <a:spcPts val="0"/>
              </a:spcBef>
              <a:spcAft>
                <a:spcPts val="0"/>
              </a:spcAft>
              <a:buSzPts val="1800"/>
              <a:buChar char="■"/>
              <a:defRPr sz="1800"/>
            </a:lvl9pPr>
          </a:lstStyle>
          <a:p>
            <a:endParaRPr/>
          </a:p>
        </p:txBody>
      </p:sp>
      <p:sp>
        <p:nvSpPr>
          <p:cNvPr id="54" name="Google Shape;54;p13"/>
          <p:cNvSpPr txBox="1">
            <a:spLocks noGrp="1"/>
          </p:cNvSpPr>
          <p:nvPr>
            <p:ph type="body" idx="3"/>
          </p:nvPr>
        </p:nvSpPr>
        <p:spPr>
          <a:xfrm>
            <a:off x="6022819" y="1200150"/>
            <a:ext cx="2631900" cy="3299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sz="1800"/>
            </a:lvl1pPr>
            <a:lvl2pPr marL="914400" lvl="1" indent="-342900" rtl="0">
              <a:spcBef>
                <a:spcPts val="0"/>
              </a:spcBef>
              <a:spcAft>
                <a:spcPts val="0"/>
              </a:spcAft>
              <a:buSzPts val="1800"/>
              <a:buChar char="○"/>
              <a:defRPr sz="1800"/>
            </a:lvl2pPr>
            <a:lvl3pPr marL="1371600" lvl="2" indent="-342900" rtl="0">
              <a:spcBef>
                <a:spcPts val="0"/>
              </a:spcBef>
              <a:spcAft>
                <a:spcPts val="0"/>
              </a:spcAft>
              <a:buSzPts val="1800"/>
              <a:buChar char="■"/>
              <a:defRPr sz="1800"/>
            </a:lvl3pPr>
            <a:lvl4pPr marL="1828800" lvl="3" indent="-342900" rtl="0">
              <a:spcBef>
                <a:spcPts val="0"/>
              </a:spcBef>
              <a:spcAft>
                <a:spcPts val="0"/>
              </a:spcAft>
              <a:buSzPts val="1800"/>
              <a:buChar char="●"/>
              <a:defRPr sz="1800"/>
            </a:lvl4pPr>
            <a:lvl5pPr marL="2286000" lvl="4" indent="-342900" rtl="0">
              <a:spcBef>
                <a:spcPts val="0"/>
              </a:spcBef>
              <a:spcAft>
                <a:spcPts val="0"/>
              </a:spcAft>
              <a:buSzPts val="1800"/>
              <a:buChar char="○"/>
              <a:defRPr sz="1800"/>
            </a:lvl5pPr>
            <a:lvl6pPr marL="2743200" lvl="5" indent="-342900" rtl="0">
              <a:spcBef>
                <a:spcPts val="0"/>
              </a:spcBef>
              <a:spcAft>
                <a:spcPts val="0"/>
              </a:spcAft>
              <a:buSzPts val="1800"/>
              <a:buChar char="■"/>
              <a:defRPr sz="1800"/>
            </a:lvl6pPr>
            <a:lvl7pPr marL="3200400" lvl="6" indent="-342900" rtl="0">
              <a:spcBef>
                <a:spcPts val="0"/>
              </a:spcBef>
              <a:spcAft>
                <a:spcPts val="0"/>
              </a:spcAft>
              <a:buSzPts val="1800"/>
              <a:buChar char="●"/>
              <a:defRPr sz="1800"/>
            </a:lvl7pPr>
            <a:lvl8pPr marL="3657600" lvl="7" indent="-342900" rtl="0">
              <a:spcBef>
                <a:spcPts val="0"/>
              </a:spcBef>
              <a:spcAft>
                <a:spcPts val="0"/>
              </a:spcAft>
              <a:buSzPts val="1800"/>
              <a:buChar char="○"/>
              <a:defRPr sz="1800"/>
            </a:lvl8pPr>
            <a:lvl9pPr marL="4114800" lvl="8" indent="-342900" rtl="0">
              <a:spcBef>
                <a:spcPts val="0"/>
              </a:spcBef>
              <a:spcAft>
                <a:spcPts val="0"/>
              </a:spcAft>
              <a:buSzPts val="1800"/>
              <a:buChar char="■"/>
              <a:defRPr sz="1800"/>
            </a:lvl9pPr>
          </a:lstStyle>
          <a:p>
            <a:endParaRPr/>
          </a:p>
        </p:txBody>
      </p:sp>
      <p:sp>
        <p:nvSpPr>
          <p:cNvPr id="55" name="Google Shape;55;p13"/>
          <p:cNvSpPr txBox="1">
            <a:spLocks noGrp="1"/>
          </p:cNvSpPr>
          <p:nvPr>
            <p:ph type="sldNum" idx="12"/>
          </p:nvPr>
        </p:nvSpPr>
        <p:spPr>
          <a:xfrm>
            <a:off x="4297650" y="4859852"/>
            <a:ext cx="548700" cy="283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sp>
        <p:nvSpPr>
          <p:cNvPr id="57" name="Google Shape;57;p14"/>
          <p:cNvSpPr txBox="1">
            <a:spLocks noGrp="1"/>
          </p:cNvSpPr>
          <p:nvPr>
            <p:ph type="title"/>
          </p:nvPr>
        </p:nvSpPr>
        <p:spPr>
          <a:xfrm>
            <a:off x="457200" y="-22622"/>
            <a:ext cx="8229600" cy="8574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
        <p:nvSpPr>
          <p:cNvPr id="58" name="Google Shape;58;p14"/>
          <p:cNvSpPr txBox="1">
            <a:spLocks noGrp="1"/>
          </p:cNvSpPr>
          <p:nvPr>
            <p:ph type="sldNum" idx="12"/>
          </p:nvPr>
        </p:nvSpPr>
        <p:spPr>
          <a:xfrm>
            <a:off x="4297650" y="4859852"/>
            <a:ext cx="548700" cy="283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
        <p:cNvGrpSpPr/>
        <p:nvPr/>
      </p:nvGrpSpPr>
      <p:grpSpPr>
        <a:xfrm>
          <a:off x="0" y="0"/>
          <a:ext cx="0" cy="0"/>
          <a:chOff x="0" y="0"/>
          <a:chExt cx="0" cy="0"/>
        </a:xfrm>
      </p:grpSpPr>
      <p:sp>
        <p:nvSpPr>
          <p:cNvPr id="63" name="Google Shape;63;p16"/>
          <p:cNvSpPr txBox="1">
            <a:spLocks noGrp="1"/>
          </p:cNvSpPr>
          <p:nvPr>
            <p:ph type="sldNum" idx="12"/>
          </p:nvPr>
        </p:nvSpPr>
        <p:spPr>
          <a:xfrm>
            <a:off x="4297650" y="4859852"/>
            <a:ext cx="548700" cy="283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blipFill>
          <a:blip r:embed="rId15">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2622"/>
            <a:ext cx="8229600" cy="857400"/>
          </a:xfrm>
          <a:prstGeom prst="rect">
            <a:avLst/>
          </a:prstGeom>
          <a:noFill/>
          <a:ln>
            <a:noFill/>
          </a:ln>
        </p:spPr>
        <p:txBody>
          <a:bodyPr spcFirstLastPara="1" wrap="square" lIns="91425" tIns="91425" rIns="91425" bIns="91425" anchor="ctr" anchorCtr="0">
            <a:noAutofit/>
          </a:bodyPr>
          <a:lstStyle>
            <a:lvl1pPr lvl="0" algn="ctr">
              <a:spcBef>
                <a:spcPts val="0"/>
              </a:spcBef>
              <a:spcAft>
                <a:spcPts val="0"/>
              </a:spcAft>
              <a:buClr>
                <a:schemeClr val="dk1"/>
              </a:buClr>
              <a:buSzPts val="2400"/>
              <a:buFont typeface="Permanent Marker"/>
              <a:buNone/>
              <a:defRPr sz="2400">
                <a:solidFill>
                  <a:schemeClr val="dk1"/>
                </a:solidFill>
                <a:latin typeface="Permanent Marker"/>
                <a:ea typeface="Permanent Marker"/>
                <a:cs typeface="Permanent Marker"/>
                <a:sym typeface="Permanent Marker"/>
              </a:defRPr>
            </a:lvl1pPr>
            <a:lvl2pPr lvl="1" algn="ctr">
              <a:spcBef>
                <a:spcPts val="0"/>
              </a:spcBef>
              <a:spcAft>
                <a:spcPts val="0"/>
              </a:spcAft>
              <a:buClr>
                <a:schemeClr val="dk1"/>
              </a:buClr>
              <a:buSzPts val="2400"/>
              <a:buFont typeface="Permanent Marker"/>
              <a:buNone/>
              <a:defRPr sz="2400">
                <a:solidFill>
                  <a:schemeClr val="dk1"/>
                </a:solidFill>
                <a:latin typeface="Permanent Marker"/>
                <a:ea typeface="Permanent Marker"/>
                <a:cs typeface="Permanent Marker"/>
                <a:sym typeface="Permanent Marker"/>
              </a:defRPr>
            </a:lvl2pPr>
            <a:lvl3pPr lvl="2" algn="ctr">
              <a:spcBef>
                <a:spcPts val="0"/>
              </a:spcBef>
              <a:spcAft>
                <a:spcPts val="0"/>
              </a:spcAft>
              <a:buClr>
                <a:schemeClr val="dk1"/>
              </a:buClr>
              <a:buSzPts val="2400"/>
              <a:buFont typeface="Permanent Marker"/>
              <a:buNone/>
              <a:defRPr sz="2400">
                <a:solidFill>
                  <a:schemeClr val="dk1"/>
                </a:solidFill>
                <a:latin typeface="Permanent Marker"/>
                <a:ea typeface="Permanent Marker"/>
                <a:cs typeface="Permanent Marker"/>
                <a:sym typeface="Permanent Marker"/>
              </a:defRPr>
            </a:lvl3pPr>
            <a:lvl4pPr lvl="3" algn="ctr">
              <a:spcBef>
                <a:spcPts val="0"/>
              </a:spcBef>
              <a:spcAft>
                <a:spcPts val="0"/>
              </a:spcAft>
              <a:buClr>
                <a:schemeClr val="dk1"/>
              </a:buClr>
              <a:buSzPts val="2400"/>
              <a:buFont typeface="Permanent Marker"/>
              <a:buNone/>
              <a:defRPr sz="2400">
                <a:solidFill>
                  <a:schemeClr val="dk1"/>
                </a:solidFill>
                <a:latin typeface="Permanent Marker"/>
                <a:ea typeface="Permanent Marker"/>
                <a:cs typeface="Permanent Marker"/>
                <a:sym typeface="Permanent Marker"/>
              </a:defRPr>
            </a:lvl4pPr>
            <a:lvl5pPr lvl="4" algn="ctr">
              <a:spcBef>
                <a:spcPts val="0"/>
              </a:spcBef>
              <a:spcAft>
                <a:spcPts val="0"/>
              </a:spcAft>
              <a:buClr>
                <a:schemeClr val="dk1"/>
              </a:buClr>
              <a:buSzPts val="2400"/>
              <a:buFont typeface="Permanent Marker"/>
              <a:buNone/>
              <a:defRPr sz="2400">
                <a:solidFill>
                  <a:schemeClr val="dk1"/>
                </a:solidFill>
                <a:latin typeface="Permanent Marker"/>
                <a:ea typeface="Permanent Marker"/>
                <a:cs typeface="Permanent Marker"/>
                <a:sym typeface="Permanent Marker"/>
              </a:defRPr>
            </a:lvl5pPr>
            <a:lvl6pPr lvl="5" algn="ctr">
              <a:spcBef>
                <a:spcPts val="0"/>
              </a:spcBef>
              <a:spcAft>
                <a:spcPts val="0"/>
              </a:spcAft>
              <a:buClr>
                <a:schemeClr val="dk1"/>
              </a:buClr>
              <a:buSzPts val="2400"/>
              <a:buFont typeface="Permanent Marker"/>
              <a:buNone/>
              <a:defRPr sz="2400">
                <a:solidFill>
                  <a:schemeClr val="dk1"/>
                </a:solidFill>
                <a:latin typeface="Permanent Marker"/>
                <a:ea typeface="Permanent Marker"/>
                <a:cs typeface="Permanent Marker"/>
                <a:sym typeface="Permanent Marker"/>
              </a:defRPr>
            </a:lvl6pPr>
            <a:lvl7pPr lvl="6" algn="ctr">
              <a:spcBef>
                <a:spcPts val="0"/>
              </a:spcBef>
              <a:spcAft>
                <a:spcPts val="0"/>
              </a:spcAft>
              <a:buClr>
                <a:schemeClr val="dk1"/>
              </a:buClr>
              <a:buSzPts val="2400"/>
              <a:buFont typeface="Permanent Marker"/>
              <a:buNone/>
              <a:defRPr sz="2400">
                <a:solidFill>
                  <a:schemeClr val="dk1"/>
                </a:solidFill>
                <a:latin typeface="Permanent Marker"/>
                <a:ea typeface="Permanent Marker"/>
                <a:cs typeface="Permanent Marker"/>
                <a:sym typeface="Permanent Marker"/>
              </a:defRPr>
            </a:lvl7pPr>
            <a:lvl8pPr lvl="7" algn="ctr">
              <a:spcBef>
                <a:spcPts val="0"/>
              </a:spcBef>
              <a:spcAft>
                <a:spcPts val="0"/>
              </a:spcAft>
              <a:buClr>
                <a:schemeClr val="dk1"/>
              </a:buClr>
              <a:buSzPts val="2400"/>
              <a:buFont typeface="Permanent Marker"/>
              <a:buNone/>
              <a:defRPr sz="2400">
                <a:solidFill>
                  <a:schemeClr val="dk1"/>
                </a:solidFill>
                <a:latin typeface="Permanent Marker"/>
                <a:ea typeface="Permanent Marker"/>
                <a:cs typeface="Permanent Marker"/>
                <a:sym typeface="Permanent Marker"/>
              </a:defRPr>
            </a:lvl8pPr>
            <a:lvl9pPr lvl="8" algn="ctr">
              <a:spcBef>
                <a:spcPts val="0"/>
              </a:spcBef>
              <a:spcAft>
                <a:spcPts val="0"/>
              </a:spcAft>
              <a:buClr>
                <a:schemeClr val="dk1"/>
              </a:buClr>
              <a:buSzPts val="2400"/>
              <a:buFont typeface="Permanent Marker"/>
              <a:buNone/>
              <a:defRPr sz="2400">
                <a:solidFill>
                  <a:schemeClr val="dk1"/>
                </a:solidFill>
                <a:latin typeface="Permanent Marker"/>
                <a:ea typeface="Permanent Marker"/>
                <a:cs typeface="Permanent Marker"/>
                <a:sym typeface="Permanent Marker"/>
              </a:defRPr>
            </a:lvl9pPr>
          </a:lstStyle>
          <a:p>
            <a:endParaRPr/>
          </a:p>
        </p:txBody>
      </p:sp>
      <p:sp>
        <p:nvSpPr>
          <p:cNvPr id="7" name="Google Shape;7;p1"/>
          <p:cNvSpPr txBox="1">
            <a:spLocks noGrp="1"/>
          </p:cNvSpPr>
          <p:nvPr>
            <p:ph type="body" idx="1"/>
          </p:nvPr>
        </p:nvSpPr>
        <p:spPr>
          <a:xfrm>
            <a:off x="911700" y="1200150"/>
            <a:ext cx="7320600" cy="3725700"/>
          </a:xfrm>
          <a:prstGeom prst="rect">
            <a:avLst/>
          </a:prstGeom>
          <a:noFill/>
          <a:ln>
            <a:noFill/>
          </a:ln>
        </p:spPr>
        <p:txBody>
          <a:bodyPr spcFirstLastPara="1" wrap="square" lIns="91425" tIns="91425" rIns="91425" bIns="91425" anchor="t" anchorCtr="0">
            <a:noAutofit/>
          </a:bodyPr>
          <a:lstStyle>
            <a:lvl1pPr marL="457200" lvl="0" indent="-381000">
              <a:spcBef>
                <a:spcPts val="600"/>
              </a:spcBef>
              <a:spcAft>
                <a:spcPts val="0"/>
              </a:spcAft>
              <a:buClr>
                <a:schemeClr val="dk2"/>
              </a:buClr>
              <a:buSzPts val="2400"/>
              <a:buFont typeface="Source Sans Pro"/>
              <a:buChar char="▸"/>
              <a:defRPr sz="2400">
                <a:solidFill>
                  <a:schemeClr val="dk1"/>
                </a:solidFill>
                <a:latin typeface="Source Sans Pro"/>
                <a:ea typeface="Source Sans Pro"/>
                <a:cs typeface="Source Sans Pro"/>
                <a:sym typeface="Source Sans Pro"/>
              </a:defRPr>
            </a:lvl1pPr>
            <a:lvl2pPr marL="914400" lvl="1" indent="-381000">
              <a:spcBef>
                <a:spcPts val="0"/>
              </a:spcBef>
              <a:spcAft>
                <a:spcPts val="0"/>
              </a:spcAft>
              <a:buClr>
                <a:schemeClr val="dk2"/>
              </a:buClr>
              <a:buSzPts val="2400"/>
              <a:buFont typeface="Source Sans Pro"/>
              <a:buChar char="○"/>
              <a:defRPr sz="2400">
                <a:solidFill>
                  <a:schemeClr val="dk1"/>
                </a:solidFill>
                <a:latin typeface="Source Sans Pro"/>
                <a:ea typeface="Source Sans Pro"/>
                <a:cs typeface="Source Sans Pro"/>
                <a:sym typeface="Source Sans Pro"/>
              </a:defRPr>
            </a:lvl2pPr>
            <a:lvl3pPr marL="1371600" lvl="2" indent="-381000">
              <a:spcBef>
                <a:spcPts val="0"/>
              </a:spcBef>
              <a:spcAft>
                <a:spcPts val="0"/>
              </a:spcAft>
              <a:buClr>
                <a:schemeClr val="dk2"/>
              </a:buClr>
              <a:buSzPts val="2400"/>
              <a:buFont typeface="Source Sans Pro"/>
              <a:buChar char="■"/>
              <a:defRPr sz="2400">
                <a:solidFill>
                  <a:schemeClr val="dk1"/>
                </a:solidFill>
                <a:latin typeface="Source Sans Pro"/>
                <a:ea typeface="Source Sans Pro"/>
                <a:cs typeface="Source Sans Pro"/>
                <a:sym typeface="Source Sans Pro"/>
              </a:defRPr>
            </a:lvl3pPr>
            <a:lvl4pPr marL="1828800" lvl="3" indent="-381000">
              <a:spcBef>
                <a:spcPts val="0"/>
              </a:spcBef>
              <a:spcAft>
                <a:spcPts val="0"/>
              </a:spcAft>
              <a:buClr>
                <a:schemeClr val="dk1"/>
              </a:buClr>
              <a:buSzPts val="2400"/>
              <a:buFont typeface="Source Sans Pro"/>
              <a:buChar char="●"/>
              <a:defRPr sz="2400">
                <a:solidFill>
                  <a:schemeClr val="dk1"/>
                </a:solidFill>
                <a:latin typeface="Source Sans Pro"/>
                <a:ea typeface="Source Sans Pro"/>
                <a:cs typeface="Source Sans Pro"/>
                <a:sym typeface="Source Sans Pro"/>
              </a:defRPr>
            </a:lvl4pPr>
            <a:lvl5pPr marL="2286000" lvl="4" indent="-381000">
              <a:spcBef>
                <a:spcPts val="0"/>
              </a:spcBef>
              <a:spcAft>
                <a:spcPts val="0"/>
              </a:spcAft>
              <a:buClr>
                <a:schemeClr val="dk1"/>
              </a:buClr>
              <a:buSzPts val="2400"/>
              <a:buFont typeface="Source Sans Pro"/>
              <a:buChar char="○"/>
              <a:defRPr sz="2400">
                <a:solidFill>
                  <a:schemeClr val="dk1"/>
                </a:solidFill>
                <a:latin typeface="Source Sans Pro"/>
                <a:ea typeface="Source Sans Pro"/>
                <a:cs typeface="Source Sans Pro"/>
                <a:sym typeface="Source Sans Pro"/>
              </a:defRPr>
            </a:lvl5pPr>
            <a:lvl6pPr marL="2743200" lvl="5" indent="-381000">
              <a:spcBef>
                <a:spcPts val="0"/>
              </a:spcBef>
              <a:spcAft>
                <a:spcPts val="0"/>
              </a:spcAft>
              <a:buClr>
                <a:schemeClr val="dk1"/>
              </a:buClr>
              <a:buSzPts val="2400"/>
              <a:buFont typeface="Source Sans Pro"/>
              <a:buChar char="■"/>
              <a:defRPr sz="2400">
                <a:solidFill>
                  <a:schemeClr val="dk1"/>
                </a:solidFill>
                <a:latin typeface="Source Sans Pro"/>
                <a:ea typeface="Source Sans Pro"/>
                <a:cs typeface="Source Sans Pro"/>
                <a:sym typeface="Source Sans Pro"/>
              </a:defRPr>
            </a:lvl6pPr>
            <a:lvl7pPr marL="3200400" lvl="6" indent="-381000">
              <a:spcBef>
                <a:spcPts val="0"/>
              </a:spcBef>
              <a:spcAft>
                <a:spcPts val="0"/>
              </a:spcAft>
              <a:buClr>
                <a:schemeClr val="dk1"/>
              </a:buClr>
              <a:buSzPts val="2400"/>
              <a:buFont typeface="Source Sans Pro"/>
              <a:buChar char="●"/>
              <a:defRPr sz="2400">
                <a:solidFill>
                  <a:schemeClr val="dk1"/>
                </a:solidFill>
                <a:latin typeface="Source Sans Pro"/>
                <a:ea typeface="Source Sans Pro"/>
                <a:cs typeface="Source Sans Pro"/>
                <a:sym typeface="Source Sans Pro"/>
              </a:defRPr>
            </a:lvl7pPr>
            <a:lvl8pPr marL="3657600" lvl="7" indent="-381000">
              <a:spcBef>
                <a:spcPts val="0"/>
              </a:spcBef>
              <a:spcAft>
                <a:spcPts val="0"/>
              </a:spcAft>
              <a:buClr>
                <a:schemeClr val="dk1"/>
              </a:buClr>
              <a:buSzPts val="2400"/>
              <a:buFont typeface="Source Sans Pro"/>
              <a:buChar char="○"/>
              <a:defRPr sz="2400">
                <a:solidFill>
                  <a:schemeClr val="dk1"/>
                </a:solidFill>
                <a:latin typeface="Source Sans Pro"/>
                <a:ea typeface="Source Sans Pro"/>
                <a:cs typeface="Source Sans Pro"/>
                <a:sym typeface="Source Sans Pro"/>
              </a:defRPr>
            </a:lvl8pPr>
            <a:lvl9pPr marL="4114800" lvl="8" indent="-381000">
              <a:spcBef>
                <a:spcPts val="0"/>
              </a:spcBef>
              <a:spcAft>
                <a:spcPts val="0"/>
              </a:spcAft>
              <a:buClr>
                <a:schemeClr val="dk1"/>
              </a:buClr>
              <a:buSzPts val="2400"/>
              <a:buFont typeface="Source Sans Pro"/>
              <a:buChar char="■"/>
              <a:defRPr sz="2400">
                <a:solidFill>
                  <a:schemeClr val="dk1"/>
                </a:solidFill>
                <a:latin typeface="Source Sans Pro"/>
                <a:ea typeface="Source Sans Pro"/>
                <a:cs typeface="Source Sans Pro"/>
                <a:sym typeface="Source Sans Pro"/>
              </a:defRPr>
            </a:lvl9pPr>
          </a:lstStyle>
          <a:p>
            <a:endParaRPr/>
          </a:p>
        </p:txBody>
      </p:sp>
      <p:sp>
        <p:nvSpPr>
          <p:cNvPr id="8" name="Google Shape;8;p1"/>
          <p:cNvSpPr txBox="1">
            <a:spLocks noGrp="1"/>
          </p:cNvSpPr>
          <p:nvPr>
            <p:ph type="sldNum" idx="12"/>
          </p:nvPr>
        </p:nvSpPr>
        <p:spPr>
          <a:xfrm>
            <a:off x="4297650" y="4859852"/>
            <a:ext cx="548700" cy="283800"/>
          </a:xfrm>
          <a:prstGeom prst="rect">
            <a:avLst/>
          </a:prstGeom>
          <a:noFill/>
          <a:ln>
            <a:noFill/>
          </a:ln>
        </p:spPr>
        <p:txBody>
          <a:bodyPr spcFirstLastPara="1" wrap="square" lIns="91425" tIns="91425" rIns="91425" bIns="91425" anchor="t" anchorCtr="0">
            <a:noAutofit/>
          </a:bodyPr>
          <a:lstStyle>
            <a:lvl1pPr lvl="0" algn="ctr">
              <a:buNone/>
              <a:defRPr sz="1200">
                <a:solidFill>
                  <a:schemeClr val="dk2"/>
                </a:solidFill>
                <a:latin typeface="Permanent Marker"/>
                <a:ea typeface="Permanent Marker"/>
                <a:cs typeface="Permanent Marker"/>
                <a:sym typeface="Permanent Marker"/>
              </a:defRPr>
            </a:lvl1pPr>
            <a:lvl2pPr lvl="1" algn="ctr">
              <a:buNone/>
              <a:defRPr sz="1200">
                <a:solidFill>
                  <a:schemeClr val="dk2"/>
                </a:solidFill>
                <a:latin typeface="Permanent Marker"/>
                <a:ea typeface="Permanent Marker"/>
                <a:cs typeface="Permanent Marker"/>
                <a:sym typeface="Permanent Marker"/>
              </a:defRPr>
            </a:lvl2pPr>
            <a:lvl3pPr lvl="2" algn="ctr">
              <a:buNone/>
              <a:defRPr sz="1200">
                <a:solidFill>
                  <a:schemeClr val="dk2"/>
                </a:solidFill>
                <a:latin typeface="Permanent Marker"/>
                <a:ea typeface="Permanent Marker"/>
                <a:cs typeface="Permanent Marker"/>
                <a:sym typeface="Permanent Marker"/>
              </a:defRPr>
            </a:lvl3pPr>
            <a:lvl4pPr lvl="3" algn="ctr">
              <a:buNone/>
              <a:defRPr sz="1200">
                <a:solidFill>
                  <a:schemeClr val="dk2"/>
                </a:solidFill>
                <a:latin typeface="Permanent Marker"/>
                <a:ea typeface="Permanent Marker"/>
                <a:cs typeface="Permanent Marker"/>
                <a:sym typeface="Permanent Marker"/>
              </a:defRPr>
            </a:lvl4pPr>
            <a:lvl5pPr lvl="4" algn="ctr">
              <a:buNone/>
              <a:defRPr sz="1200">
                <a:solidFill>
                  <a:schemeClr val="dk2"/>
                </a:solidFill>
                <a:latin typeface="Permanent Marker"/>
                <a:ea typeface="Permanent Marker"/>
                <a:cs typeface="Permanent Marker"/>
                <a:sym typeface="Permanent Marker"/>
              </a:defRPr>
            </a:lvl5pPr>
            <a:lvl6pPr lvl="5" algn="ctr">
              <a:buNone/>
              <a:defRPr sz="1200">
                <a:solidFill>
                  <a:schemeClr val="dk2"/>
                </a:solidFill>
                <a:latin typeface="Permanent Marker"/>
                <a:ea typeface="Permanent Marker"/>
                <a:cs typeface="Permanent Marker"/>
                <a:sym typeface="Permanent Marker"/>
              </a:defRPr>
            </a:lvl6pPr>
            <a:lvl7pPr lvl="6" algn="ctr">
              <a:buNone/>
              <a:defRPr sz="1200">
                <a:solidFill>
                  <a:schemeClr val="dk2"/>
                </a:solidFill>
                <a:latin typeface="Permanent Marker"/>
                <a:ea typeface="Permanent Marker"/>
                <a:cs typeface="Permanent Marker"/>
                <a:sym typeface="Permanent Marker"/>
              </a:defRPr>
            </a:lvl7pPr>
            <a:lvl8pPr lvl="7" algn="ctr">
              <a:buNone/>
              <a:defRPr sz="1200">
                <a:solidFill>
                  <a:schemeClr val="dk2"/>
                </a:solidFill>
                <a:latin typeface="Permanent Marker"/>
                <a:ea typeface="Permanent Marker"/>
                <a:cs typeface="Permanent Marker"/>
                <a:sym typeface="Permanent Marker"/>
              </a:defRPr>
            </a:lvl8pPr>
            <a:lvl9pPr lvl="8" algn="ctr">
              <a:buNone/>
              <a:defRPr sz="1200">
                <a:solidFill>
                  <a:schemeClr val="dk2"/>
                </a:solidFill>
                <a:latin typeface="Permanent Marker"/>
                <a:ea typeface="Permanent Marker"/>
                <a:cs typeface="Permanent Marker"/>
                <a:sym typeface="Permanent Marker"/>
              </a:defRPr>
            </a:lvl9pPr>
          </a:lstStyle>
          <a:p>
            <a:pPr marL="0" lvl="0" indent="0" algn="ct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5" r:id="rId7"/>
    <p:sldLayoutId id="2147483656" r:id="rId8"/>
    <p:sldLayoutId id="2147483657" r:id="rId9"/>
    <p:sldLayoutId id="2147483658" r:id="rId10"/>
    <p:sldLayoutId id="2147483659" r:id="rId11"/>
    <p:sldLayoutId id="2147483660" r:id="rId12"/>
    <p:sldLayoutId id="2147483662" r:id="rId13"/>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7"/>
          <p:cNvSpPr txBox="1">
            <a:spLocks noGrp="1"/>
          </p:cNvSpPr>
          <p:nvPr>
            <p:ph type="ctrTitle"/>
          </p:nvPr>
        </p:nvSpPr>
        <p:spPr>
          <a:xfrm>
            <a:off x="1295550" y="1991813"/>
            <a:ext cx="6552900" cy="115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AUSTRALIAN OPEN TENNIS PREDICTOR</a:t>
            </a:r>
            <a:br>
              <a:rPr lang="en" dirty="0"/>
            </a:br>
            <a:r>
              <a:rPr lang="en" sz="2400" dirty="0">
                <a:latin typeface="Source Sans Pro" panose="020B0503030403020204" pitchFamily="34" charset="0"/>
                <a:ea typeface="Source Sans Pro" panose="020B0503030403020204" pitchFamily="34" charset="0"/>
              </a:rPr>
              <a:t>JUSTIN FIELD</a:t>
            </a:r>
            <a:endParaRPr dirty="0">
              <a:latin typeface="Source Sans Pro" panose="020B0503030403020204" pitchFamily="34" charset="0"/>
              <a:ea typeface="Source Sans Pro" panose="020B0503030403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2"/>
          <p:cNvSpPr txBox="1">
            <a:spLocks noGrp="1"/>
          </p:cNvSpPr>
          <p:nvPr>
            <p:ph type="title"/>
          </p:nvPr>
        </p:nvSpPr>
        <p:spPr>
          <a:xfrm>
            <a:off x="457200" y="-22622"/>
            <a:ext cx="8229600" cy="85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Why? SCOPE?</a:t>
            </a:r>
            <a:endParaRPr dirty="0"/>
          </a:p>
        </p:txBody>
      </p:sp>
      <p:sp>
        <p:nvSpPr>
          <p:cNvPr id="104" name="Google Shape;104;p22"/>
          <p:cNvSpPr txBox="1">
            <a:spLocks noGrp="1"/>
          </p:cNvSpPr>
          <p:nvPr>
            <p:ph type="body" idx="1"/>
          </p:nvPr>
        </p:nvSpPr>
        <p:spPr>
          <a:xfrm>
            <a:off x="652182" y="1200150"/>
            <a:ext cx="7839636" cy="3725700"/>
          </a:xfrm>
          <a:prstGeom prst="rect">
            <a:avLst/>
          </a:prstGeom>
        </p:spPr>
        <p:txBody>
          <a:bodyPr spcFirstLastPara="1" wrap="square" lIns="91425" tIns="91425" rIns="91425" bIns="91425" anchor="t" anchorCtr="0">
            <a:noAutofit/>
          </a:bodyPr>
          <a:lstStyle/>
          <a:p>
            <a:pPr marL="457200" lvl="0" indent="-381000" algn="l" rtl="0">
              <a:spcBef>
                <a:spcPts val="600"/>
              </a:spcBef>
              <a:spcAft>
                <a:spcPts val="0"/>
              </a:spcAft>
              <a:buSzPts val="2400"/>
              <a:buChar char="▸"/>
            </a:pPr>
            <a:r>
              <a:rPr lang="en-AU" dirty="0"/>
              <a:t>Tennis fanatic and Australian Open is on right now</a:t>
            </a:r>
          </a:p>
          <a:p>
            <a:pPr marL="457200" lvl="0" indent="-381000" algn="l" rtl="0">
              <a:spcBef>
                <a:spcPts val="600"/>
              </a:spcBef>
              <a:spcAft>
                <a:spcPts val="0"/>
              </a:spcAft>
              <a:buSzPts val="2400"/>
              <a:buChar char="▸"/>
            </a:pPr>
            <a:endParaRPr dirty="0"/>
          </a:p>
          <a:p>
            <a:pPr marL="457200" lvl="0" indent="-381000" algn="l" rtl="0">
              <a:spcBef>
                <a:spcPts val="0"/>
              </a:spcBef>
              <a:spcAft>
                <a:spcPts val="0"/>
              </a:spcAft>
              <a:buSzPts val="2400"/>
              <a:buChar char="▸"/>
            </a:pPr>
            <a:endParaRPr lang="en-AU" dirty="0"/>
          </a:p>
          <a:p>
            <a:pPr marL="457200" lvl="0" indent="-381000" algn="l" rtl="0">
              <a:spcBef>
                <a:spcPts val="0"/>
              </a:spcBef>
              <a:spcAft>
                <a:spcPts val="0"/>
              </a:spcAft>
              <a:buSzPts val="2400"/>
              <a:buChar char="▸"/>
            </a:pPr>
            <a:r>
              <a:rPr lang="en-AU" dirty="0"/>
              <a:t>Trying to predict winners of </a:t>
            </a:r>
            <a:r>
              <a:rPr lang="en-AU" dirty="0" err="1"/>
              <a:t>Aus</a:t>
            </a:r>
            <a:r>
              <a:rPr lang="en-AU" dirty="0"/>
              <a:t> Open matches with ML</a:t>
            </a:r>
          </a:p>
          <a:p>
            <a:pPr lvl="1">
              <a:buChar char="▸"/>
            </a:pPr>
            <a:r>
              <a:rPr lang="en-AU" dirty="0"/>
              <a:t>Using a Neural Network</a:t>
            </a:r>
          </a:p>
          <a:p>
            <a:pPr marL="76200" lvl="0" indent="0" algn="l" rtl="0">
              <a:spcBef>
                <a:spcPts val="0"/>
              </a:spcBef>
              <a:spcAft>
                <a:spcPts val="0"/>
              </a:spcAft>
              <a:buSzPts val="2400"/>
              <a:buNone/>
            </a:pPr>
            <a:endParaRPr lang="en-AU" dirty="0"/>
          </a:p>
          <a:p>
            <a:pPr marL="457200" lvl="0" indent="-381000" algn="l" rtl="0">
              <a:spcBef>
                <a:spcPts val="0"/>
              </a:spcBef>
              <a:spcAft>
                <a:spcPts val="0"/>
              </a:spcAft>
              <a:buSzPts val="2400"/>
              <a:buChar char="▸"/>
            </a:pPr>
            <a:endParaRPr lang="en-AU" dirty="0"/>
          </a:p>
          <a:p>
            <a:pPr marL="457200" lvl="0" indent="-381000" algn="l" rtl="0">
              <a:spcBef>
                <a:spcPts val="0"/>
              </a:spcBef>
              <a:spcAft>
                <a:spcPts val="0"/>
              </a:spcAft>
              <a:buSzPts val="2400"/>
              <a:buChar char="▸"/>
            </a:pPr>
            <a:r>
              <a:rPr lang="en-AU" dirty="0"/>
              <a:t>Scope: Quarter Finals and Beyond (men’s matches)</a:t>
            </a:r>
            <a:endParaRPr dirty="0"/>
          </a:p>
          <a:p>
            <a:pPr marL="0" lvl="0" indent="0" algn="l" rtl="0">
              <a:spcBef>
                <a:spcPts val="600"/>
              </a:spcBef>
              <a:spcAft>
                <a:spcPts val="0"/>
              </a:spcAft>
              <a:buNone/>
            </a:pPr>
            <a:endParaRPr dirty="0"/>
          </a:p>
        </p:txBody>
      </p:sp>
      <p:sp>
        <p:nvSpPr>
          <p:cNvPr id="105" name="Google Shape;105;p22"/>
          <p:cNvSpPr txBox="1">
            <a:spLocks noGrp="1"/>
          </p:cNvSpPr>
          <p:nvPr>
            <p:ph type="sldNum" idx="12"/>
          </p:nvPr>
        </p:nvSpPr>
        <p:spPr>
          <a:xfrm>
            <a:off x="4297650" y="4859852"/>
            <a:ext cx="548700" cy="283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2"/>
          <p:cNvSpPr txBox="1">
            <a:spLocks noGrp="1"/>
          </p:cNvSpPr>
          <p:nvPr>
            <p:ph type="title"/>
          </p:nvPr>
        </p:nvSpPr>
        <p:spPr>
          <a:xfrm>
            <a:off x="457200" y="-22622"/>
            <a:ext cx="8229600" cy="85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DATA COLLECTION</a:t>
            </a:r>
            <a:endParaRPr dirty="0"/>
          </a:p>
        </p:txBody>
      </p:sp>
      <p:sp>
        <p:nvSpPr>
          <p:cNvPr id="104" name="Google Shape;104;p22"/>
          <p:cNvSpPr txBox="1">
            <a:spLocks noGrp="1"/>
          </p:cNvSpPr>
          <p:nvPr>
            <p:ph type="body" idx="1"/>
          </p:nvPr>
        </p:nvSpPr>
        <p:spPr>
          <a:xfrm>
            <a:off x="652182" y="1200150"/>
            <a:ext cx="7839636" cy="3725700"/>
          </a:xfrm>
          <a:prstGeom prst="rect">
            <a:avLst/>
          </a:prstGeom>
        </p:spPr>
        <p:txBody>
          <a:bodyPr spcFirstLastPara="1" wrap="square" lIns="91425" tIns="91425" rIns="91425" bIns="91425" anchor="t" anchorCtr="0">
            <a:noAutofit/>
          </a:bodyPr>
          <a:lstStyle/>
          <a:p>
            <a:pPr marL="457200" lvl="0" indent="-381000" algn="l" rtl="0">
              <a:spcBef>
                <a:spcPts val="600"/>
              </a:spcBef>
              <a:spcAft>
                <a:spcPts val="0"/>
              </a:spcAft>
              <a:buSzPts val="2400"/>
              <a:buChar char="▸"/>
            </a:pPr>
            <a:r>
              <a:rPr lang="en-AU" dirty="0"/>
              <a:t>Sourced data from tennis-data.co.uk, it has data for all ATP matches</a:t>
            </a:r>
          </a:p>
          <a:p>
            <a:pPr lvl="1">
              <a:spcBef>
                <a:spcPts val="600"/>
              </a:spcBef>
              <a:buChar char="▸"/>
            </a:pPr>
            <a:r>
              <a:rPr lang="en-AU" dirty="0"/>
              <a:t>Data from 2011-2021 used</a:t>
            </a:r>
          </a:p>
          <a:p>
            <a:pPr marL="457200" lvl="0" indent="-381000" algn="l" rtl="0">
              <a:spcBef>
                <a:spcPts val="600"/>
              </a:spcBef>
              <a:spcAft>
                <a:spcPts val="0"/>
              </a:spcAft>
              <a:buSzPts val="2400"/>
              <a:buChar char="▸"/>
            </a:pPr>
            <a:endParaRPr lang="en-AU" dirty="0"/>
          </a:p>
          <a:p>
            <a:pPr marL="457200" lvl="0" indent="-381000" algn="l" rtl="0">
              <a:spcBef>
                <a:spcPts val="600"/>
              </a:spcBef>
              <a:spcAft>
                <a:spcPts val="0"/>
              </a:spcAft>
              <a:buSzPts val="2400"/>
              <a:buChar char="▸"/>
            </a:pPr>
            <a:endParaRPr dirty="0"/>
          </a:p>
          <a:p>
            <a:pPr marL="457200" lvl="0" indent="-381000" algn="l" rtl="0">
              <a:spcBef>
                <a:spcPts val="0"/>
              </a:spcBef>
              <a:spcAft>
                <a:spcPts val="0"/>
              </a:spcAft>
              <a:buSzPts val="2400"/>
              <a:buChar char="▸"/>
            </a:pPr>
            <a:r>
              <a:rPr lang="en-AU" dirty="0"/>
              <a:t>Pandas web scraping to collect current </a:t>
            </a:r>
            <a:r>
              <a:rPr lang="en-AU" dirty="0" err="1"/>
              <a:t>Aus</a:t>
            </a:r>
            <a:r>
              <a:rPr lang="en-AU" dirty="0"/>
              <a:t> Open results</a:t>
            </a:r>
          </a:p>
          <a:p>
            <a:pPr marL="0" lvl="0" indent="0" algn="l" rtl="0">
              <a:spcBef>
                <a:spcPts val="600"/>
              </a:spcBef>
              <a:spcAft>
                <a:spcPts val="0"/>
              </a:spcAft>
              <a:buNone/>
            </a:pPr>
            <a:endParaRPr dirty="0"/>
          </a:p>
        </p:txBody>
      </p:sp>
      <p:sp>
        <p:nvSpPr>
          <p:cNvPr id="105" name="Google Shape;105;p22"/>
          <p:cNvSpPr txBox="1">
            <a:spLocks noGrp="1"/>
          </p:cNvSpPr>
          <p:nvPr>
            <p:ph type="sldNum" idx="12"/>
          </p:nvPr>
        </p:nvSpPr>
        <p:spPr>
          <a:xfrm>
            <a:off x="4297650" y="4859852"/>
            <a:ext cx="548700" cy="283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3</a:t>
            </a:fld>
            <a:endParaRPr/>
          </a:p>
        </p:txBody>
      </p:sp>
    </p:spTree>
    <p:extLst>
      <p:ext uri="{BB962C8B-B14F-4D97-AF65-F5344CB8AC3E}">
        <p14:creationId xmlns:p14="http://schemas.microsoft.com/office/powerpoint/2010/main" val="17314842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8"/>
        <p:cNvGrpSpPr/>
        <p:nvPr/>
      </p:nvGrpSpPr>
      <p:grpSpPr>
        <a:xfrm>
          <a:off x="0" y="0"/>
          <a:ext cx="0" cy="0"/>
          <a:chOff x="0" y="0"/>
          <a:chExt cx="0" cy="0"/>
        </a:xfrm>
      </p:grpSpPr>
      <p:sp>
        <p:nvSpPr>
          <p:cNvPr id="219" name="Google Shape;219;p34"/>
          <p:cNvSpPr txBox="1">
            <a:spLocks noGrp="1"/>
          </p:cNvSpPr>
          <p:nvPr>
            <p:ph type="title"/>
          </p:nvPr>
        </p:nvSpPr>
        <p:spPr>
          <a:xfrm>
            <a:off x="457200" y="-22622"/>
            <a:ext cx="8229600" cy="85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MY MACHINE LEARNING MODEL</a:t>
            </a:r>
            <a:endParaRPr dirty="0"/>
          </a:p>
        </p:txBody>
      </p:sp>
      <p:sp>
        <p:nvSpPr>
          <p:cNvPr id="220" name="Google Shape;220;p34"/>
          <p:cNvSpPr/>
          <p:nvPr/>
        </p:nvSpPr>
        <p:spPr>
          <a:xfrm>
            <a:off x="864850" y="2040356"/>
            <a:ext cx="2273700" cy="1246500"/>
          </a:xfrm>
          <a:prstGeom prst="rightArrow">
            <a:avLst>
              <a:gd name="adj1" fmla="val 50000"/>
              <a:gd name="adj2" fmla="val 50000"/>
            </a:avLst>
          </a:prstGeom>
          <a:solidFill>
            <a:srgbClr val="859CB1">
              <a:alpha val="12310"/>
            </a:srgbClr>
          </a:solid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dirty="0">
                <a:solidFill>
                  <a:srgbClr val="FFFFFF"/>
                </a:solidFill>
                <a:latin typeface="Source Sans Pro"/>
                <a:ea typeface="Source Sans Pro"/>
                <a:cs typeface="Source Sans Pro"/>
                <a:sym typeface="Source Sans Pro"/>
              </a:rPr>
              <a:t>Inputs (Features)</a:t>
            </a:r>
            <a:endParaRPr sz="1800" b="1" dirty="0">
              <a:solidFill>
                <a:srgbClr val="FFFFFF"/>
              </a:solidFill>
              <a:latin typeface="Source Sans Pro"/>
              <a:ea typeface="Source Sans Pro"/>
              <a:cs typeface="Source Sans Pro"/>
              <a:sym typeface="Source Sans Pro"/>
            </a:endParaRPr>
          </a:p>
        </p:txBody>
      </p:sp>
      <p:sp>
        <p:nvSpPr>
          <p:cNvPr id="221" name="Google Shape;221;p34"/>
          <p:cNvSpPr/>
          <p:nvPr/>
        </p:nvSpPr>
        <p:spPr>
          <a:xfrm>
            <a:off x="3379450" y="2040356"/>
            <a:ext cx="2273700" cy="1246500"/>
          </a:xfrm>
          <a:prstGeom prst="rightArrow">
            <a:avLst>
              <a:gd name="adj1" fmla="val 50000"/>
              <a:gd name="adj2" fmla="val 50000"/>
            </a:avLst>
          </a:prstGeom>
          <a:solidFill>
            <a:srgbClr val="859CB1">
              <a:alpha val="12310"/>
            </a:srgbClr>
          </a:solid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dirty="0">
                <a:solidFill>
                  <a:srgbClr val="FFFFFF"/>
                </a:solidFill>
                <a:latin typeface="Source Sans Pro"/>
                <a:ea typeface="Source Sans Pro"/>
                <a:cs typeface="Source Sans Pro"/>
                <a:sym typeface="Source Sans Pro"/>
              </a:rPr>
              <a:t>Hidden and Output Layers</a:t>
            </a:r>
            <a:endParaRPr sz="1800" b="1" dirty="0">
              <a:solidFill>
                <a:srgbClr val="FFFFFF"/>
              </a:solidFill>
              <a:latin typeface="Source Sans Pro"/>
              <a:ea typeface="Source Sans Pro"/>
              <a:cs typeface="Source Sans Pro"/>
              <a:sym typeface="Source Sans Pro"/>
            </a:endParaRPr>
          </a:p>
        </p:txBody>
      </p:sp>
      <p:sp>
        <p:nvSpPr>
          <p:cNvPr id="222" name="Google Shape;222;p34"/>
          <p:cNvSpPr/>
          <p:nvPr/>
        </p:nvSpPr>
        <p:spPr>
          <a:xfrm>
            <a:off x="5894050" y="2040356"/>
            <a:ext cx="2273700" cy="1246500"/>
          </a:xfrm>
          <a:prstGeom prst="rightArrow">
            <a:avLst>
              <a:gd name="adj1" fmla="val 50000"/>
              <a:gd name="adj2" fmla="val 50000"/>
            </a:avLst>
          </a:prstGeom>
          <a:solidFill>
            <a:srgbClr val="859CB1">
              <a:alpha val="12310"/>
            </a:srgbClr>
          </a:solid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dirty="0">
                <a:solidFill>
                  <a:srgbClr val="FFFFFF"/>
                </a:solidFill>
                <a:latin typeface="Source Sans Pro"/>
                <a:ea typeface="Source Sans Pro"/>
                <a:cs typeface="Source Sans Pro"/>
                <a:sym typeface="Source Sans Pro"/>
              </a:rPr>
              <a:t>Optimiser and Loss Function</a:t>
            </a:r>
            <a:endParaRPr sz="1800" b="1" dirty="0">
              <a:solidFill>
                <a:srgbClr val="FFFFFF"/>
              </a:solidFill>
              <a:latin typeface="Source Sans Pro"/>
              <a:ea typeface="Source Sans Pro"/>
              <a:cs typeface="Source Sans Pro"/>
              <a:sym typeface="Source Sans Pro"/>
            </a:endParaRPr>
          </a:p>
        </p:txBody>
      </p:sp>
      <p:sp>
        <p:nvSpPr>
          <p:cNvPr id="223" name="Google Shape;223;p34"/>
          <p:cNvSpPr txBox="1">
            <a:spLocks noGrp="1"/>
          </p:cNvSpPr>
          <p:nvPr>
            <p:ph type="sldNum" idx="12"/>
          </p:nvPr>
        </p:nvSpPr>
        <p:spPr>
          <a:xfrm>
            <a:off x="4297650" y="4859852"/>
            <a:ext cx="548700" cy="283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5"/>
          <p:cNvSpPr txBox="1">
            <a:spLocks noGrp="1"/>
          </p:cNvSpPr>
          <p:nvPr>
            <p:ph type="title"/>
          </p:nvPr>
        </p:nvSpPr>
        <p:spPr>
          <a:xfrm>
            <a:off x="457200" y="-22622"/>
            <a:ext cx="8229600" cy="85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SOME FEATURES OF THE MODEL</a:t>
            </a:r>
            <a:endParaRPr dirty="0"/>
          </a:p>
        </p:txBody>
      </p:sp>
      <p:sp>
        <p:nvSpPr>
          <p:cNvPr id="127" name="Google Shape;127;p25"/>
          <p:cNvSpPr txBox="1">
            <a:spLocks noGrp="1"/>
          </p:cNvSpPr>
          <p:nvPr>
            <p:ph type="body" idx="1"/>
          </p:nvPr>
        </p:nvSpPr>
        <p:spPr>
          <a:xfrm>
            <a:off x="489275" y="1398356"/>
            <a:ext cx="2690954" cy="3527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AU" b="1" dirty="0">
                <a:solidFill>
                  <a:srgbClr val="FE344D"/>
                </a:solidFill>
                <a:latin typeface="Permanent Marker"/>
                <a:ea typeface="Permanent Marker"/>
                <a:cs typeface="Permanent Marker"/>
                <a:sym typeface="Permanent Marker"/>
              </a:rPr>
              <a:t>HEAD TO HEAD STATS</a:t>
            </a:r>
          </a:p>
          <a:p>
            <a:pPr marL="0" lvl="0" indent="0" algn="l" rtl="0">
              <a:spcBef>
                <a:spcPts val="600"/>
              </a:spcBef>
              <a:spcAft>
                <a:spcPts val="0"/>
              </a:spcAft>
              <a:buNone/>
            </a:pPr>
            <a:r>
              <a:rPr lang="en-GB" dirty="0"/>
              <a:t>Calculations of head to head stats for each player, including (not exhaustive) on Hard Court (the </a:t>
            </a:r>
            <a:r>
              <a:rPr lang="en-GB" dirty="0" err="1"/>
              <a:t>Aus</a:t>
            </a:r>
            <a:r>
              <a:rPr lang="en-GB" dirty="0"/>
              <a:t> Open surface), and for all surfaces.</a:t>
            </a:r>
          </a:p>
        </p:txBody>
      </p:sp>
      <p:sp>
        <p:nvSpPr>
          <p:cNvPr id="128" name="Google Shape;128;p25"/>
          <p:cNvSpPr txBox="1">
            <a:spLocks noGrp="1"/>
          </p:cNvSpPr>
          <p:nvPr>
            <p:ph type="body" idx="2"/>
          </p:nvPr>
        </p:nvSpPr>
        <p:spPr>
          <a:xfrm>
            <a:off x="3256050" y="1398356"/>
            <a:ext cx="2631900" cy="3527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AU" b="1" dirty="0">
                <a:solidFill>
                  <a:srgbClr val="FE344D"/>
                </a:solidFill>
                <a:latin typeface="Permanent Marker"/>
                <a:ea typeface="Permanent Marker"/>
                <a:cs typeface="Permanent Marker"/>
                <a:sym typeface="Permanent Marker"/>
              </a:rPr>
              <a:t>OVERALL WIN %</a:t>
            </a:r>
            <a:endParaRPr b="1" dirty="0">
              <a:solidFill>
                <a:srgbClr val="FE344D"/>
              </a:solidFill>
              <a:latin typeface="Permanent Marker"/>
              <a:ea typeface="Permanent Marker"/>
              <a:cs typeface="Permanent Marker"/>
              <a:sym typeface="Permanent Marker"/>
            </a:endParaRPr>
          </a:p>
          <a:p>
            <a:pPr marL="0" lvl="0" indent="0" algn="l" rtl="0">
              <a:spcBef>
                <a:spcPts val="600"/>
              </a:spcBef>
              <a:spcAft>
                <a:spcPts val="0"/>
              </a:spcAft>
              <a:buNone/>
            </a:pPr>
            <a:r>
              <a:rPr lang="en" dirty="0"/>
              <a:t>The players overall winning percentage, on different surfaces and with different match durations.</a:t>
            </a:r>
            <a:endParaRPr dirty="0"/>
          </a:p>
        </p:txBody>
      </p:sp>
      <p:sp>
        <p:nvSpPr>
          <p:cNvPr id="129" name="Google Shape;129;p25"/>
          <p:cNvSpPr txBox="1">
            <a:spLocks noGrp="1"/>
          </p:cNvSpPr>
          <p:nvPr>
            <p:ph type="body" idx="3"/>
          </p:nvPr>
        </p:nvSpPr>
        <p:spPr>
          <a:xfrm>
            <a:off x="6022818" y="1398356"/>
            <a:ext cx="2744663" cy="3527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AU" b="1" dirty="0">
                <a:solidFill>
                  <a:srgbClr val="FE344D"/>
                </a:solidFill>
                <a:latin typeface="Permanent Marker"/>
                <a:ea typeface="Permanent Marker"/>
                <a:cs typeface="Permanent Marker"/>
                <a:sym typeface="Permanent Marker"/>
              </a:rPr>
              <a:t>RANKINGS AND FORM</a:t>
            </a:r>
            <a:endParaRPr b="1" dirty="0">
              <a:solidFill>
                <a:srgbClr val="FE344D"/>
              </a:solidFill>
              <a:latin typeface="Permanent Marker"/>
              <a:ea typeface="Permanent Marker"/>
              <a:cs typeface="Permanent Marker"/>
              <a:sym typeface="Permanent Marker"/>
            </a:endParaRPr>
          </a:p>
          <a:p>
            <a:pPr marL="0" lvl="0" indent="0" algn="l" rtl="0">
              <a:spcBef>
                <a:spcPts val="600"/>
              </a:spcBef>
              <a:spcAft>
                <a:spcPts val="0"/>
              </a:spcAft>
              <a:buNone/>
            </a:pPr>
            <a:r>
              <a:rPr lang="en-AU" dirty="0"/>
              <a:t>Player rankings and their ranking points before each tournament were compared – as well as form in the last 60 weeks (rounded up from 1 year), and 100 weeks (round up from 22 months which is how long the ATP rankings cycle currently is.)</a:t>
            </a:r>
            <a:endParaRPr dirty="0"/>
          </a:p>
          <a:p>
            <a:pPr marL="0" lvl="0" indent="0" algn="l" rtl="0">
              <a:spcBef>
                <a:spcPts val="600"/>
              </a:spcBef>
              <a:spcAft>
                <a:spcPts val="0"/>
              </a:spcAft>
              <a:buNone/>
            </a:pPr>
            <a:endParaRPr dirty="0"/>
          </a:p>
        </p:txBody>
      </p:sp>
      <p:sp>
        <p:nvSpPr>
          <p:cNvPr id="130" name="Google Shape;130;p25"/>
          <p:cNvSpPr txBox="1">
            <a:spLocks noGrp="1"/>
          </p:cNvSpPr>
          <p:nvPr>
            <p:ph type="sldNum" idx="12"/>
          </p:nvPr>
        </p:nvSpPr>
        <p:spPr>
          <a:xfrm>
            <a:off x="4297650" y="4859852"/>
            <a:ext cx="548700" cy="283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5"/>
          <p:cNvSpPr txBox="1">
            <a:spLocks noGrp="1"/>
          </p:cNvSpPr>
          <p:nvPr>
            <p:ph type="title"/>
          </p:nvPr>
        </p:nvSpPr>
        <p:spPr>
          <a:xfrm>
            <a:off x="457200" y="-22622"/>
            <a:ext cx="8229600" cy="85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HIDDEN &amp; OUTPUT LAYERS</a:t>
            </a:r>
            <a:endParaRPr dirty="0"/>
          </a:p>
        </p:txBody>
      </p:sp>
      <p:sp>
        <p:nvSpPr>
          <p:cNvPr id="127" name="Google Shape;127;p25"/>
          <p:cNvSpPr txBox="1">
            <a:spLocks noGrp="1"/>
          </p:cNvSpPr>
          <p:nvPr>
            <p:ph type="body" idx="1"/>
          </p:nvPr>
        </p:nvSpPr>
        <p:spPr>
          <a:xfrm>
            <a:off x="489275" y="1398356"/>
            <a:ext cx="2690954" cy="3527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AU" b="1" dirty="0">
                <a:solidFill>
                  <a:srgbClr val="FE344D"/>
                </a:solidFill>
                <a:latin typeface="Permanent Marker"/>
                <a:ea typeface="Permanent Marker"/>
                <a:cs typeface="Permanent Marker"/>
                <a:sym typeface="Permanent Marker"/>
              </a:rPr>
              <a:t>MODEL</a:t>
            </a:r>
          </a:p>
          <a:p>
            <a:pPr marL="0" lvl="0" indent="0" algn="l" rtl="0">
              <a:spcBef>
                <a:spcPts val="600"/>
              </a:spcBef>
              <a:spcAft>
                <a:spcPts val="0"/>
              </a:spcAft>
              <a:buNone/>
            </a:pPr>
            <a:r>
              <a:rPr lang="en-GB" dirty="0"/>
              <a:t>Chose a sequential model for my neural network.</a:t>
            </a:r>
          </a:p>
        </p:txBody>
      </p:sp>
      <p:sp>
        <p:nvSpPr>
          <p:cNvPr id="128" name="Google Shape;128;p25"/>
          <p:cNvSpPr txBox="1">
            <a:spLocks noGrp="1"/>
          </p:cNvSpPr>
          <p:nvPr>
            <p:ph type="body" idx="2"/>
          </p:nvPr>
        </p:nvSpPr>
        <p:spPr>
          <a:xfrm>
            <a:off x="3256050" y="1398356"/>
            <a:ext cx="2631900" cy="3527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AU" b="1" dirty="0">
                <a:solidFill>
                  <a:srgbClr val="FE344D"/>
                </a:solidFill>
                <a:latin typeface="Permanent Marker"/>
                <a:ea typeface="Permanent Marker"/>
                <a:cs typeface="Permanent Marker"/>
                <a:sym typeface="Permanent Marker"/>
              </a:rPr>
              <a:t>HIDDEN LAYERS</a:t>
            </a:r>
          </a:p>
          <a:p>
            <a:pPr marL="0" lvl="0" indent="0" algn="l" rtl="0">
              <a:spcBef>
                <a:spcPts val="600"/>
              </a:spcBef>
              <a:spcAft>
                <a:spcPts val="0"/>
              </a:spcAft>
              <a:buNone/>
            </a:pPr>
            <a:r>
              <a:rPr lang="en-GB" dirty="0"/>
              <a:t>Two </a:t>
            </a:r>
            <a:r>
              <a:rPr lang="en-GB" dirty="0" err="1"/>
              <a:t>ReLu</a:t>
            </a:r>
            <a:r>
              <a:rPr lang="en-GB" dirty="0"/>
              <a:t> layers chosen as my hidden layers. They are generally the best choice for hidden layers as they don’t suffer from the vanishing gradient problem.</a:t>
            </a:r>
          </a:p>
        </p:txBody>
      </p:sp>
      <p:sp>
        <p:nvSpPr>
          <p:cNvPr id="129" name="Google Shape;129;p25"/>
          <p:cNvSpPr txBox="1">
            <a:spLocks noGrp="1"/>
          </p:cNvSpPr>
          <p:nvPr>
            <p:ph type="body" idx="3"/>
          </p:nvPr>
        </p:nvSpPr>
        <p:spPr>
          <a:xfrm>
            <a:off x="6022818" y="1398356"/>
            <a:ext cx="2744663" cy="3527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AU" b="1" dirty="0">
                <a:solidFill>
                  <a:srgbClr val="FE344D"/>
                </a:solidFill>
                <a:latin typeface="Permanent Marker"/>
                <a:ea typeface="Permanent Marker"/>
                <a:cs typeface="Permanent Marker"/>
                <a:sym typeface="Permanent Marker"/>
              </a:rPr>
              <a:t>OUTPUT LAYER</a:t>
            </a:r>
            <a:endParaRPr b="1" dirty="0">
              <a:solidFill>
                <a:srgbClr val="FE344D"/>
              </a:solidFill>
              <a:latin typeface="Permanent Marker"/>
              <a:ea typeface="Permanent Marker"/>
              <a:cs typeface="Permanent Marker"/>
              <a:sym typeface="Permanent Marker"/>
            </a:endParaRPr>
          </a:p>
          <a:p>
            <a:pPr marL="0" lvl="0" indent="0" algn="l" rtl="0">
              <a:spcBef>
                <a:spcPts val="600"/>
              </a:spcBef>
              <a:spcAft>
                <a:spcPts val="0"/>
              </a:spcAft>
              <a:buNone/>
            </a:pPr>
            <a:r>
              <a:rPr lang="en-AU" dirty="0"/>
              <a:t>Sigmoid function chosen for my output layer. It is great for binary classification. As the tennis matches have only two players this is ideal. The sigmoid function is useful for probabilities between 0 and 1.</a:t>
            </a:r>
            <a:endParaRPr dirty="0"/>
          </a:p>
          <a:p>
            <a:pPr marL="0" lvl="0" indent="0" algn="l" rtl="0">
              <a:spcBef>
                <a:spcPts val="600"/>
              </a:spcBef>
              <a:spcAft>
                <a:spcPts val="0"/>
              </a:spcAft>
              <a:buNone/>
            </a:pPr>
            <a:endParaRPr dirty="0"/>
          </a:p>
        </p:txBody>
      </p:sp>
      <p:sp>
        <p:nvSpPr>
          <p:cNvPr id="130" name="Google Shape;130;p25"/>
          <p:cNvSpPr txBox="1">
            <a:spLocks noGrp="1"/>
          </p:cNvSpPr>
          <p:nvPr>
            <p:ph type="sldNum" idx="12"/>
          </p:nvPr>
        </p:nvSpPr>
        <p:spPr>
          <a:xfrm>
            <a:off x="4297650" y="4859852"/>
            <a:ext cx="548700" cy="283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6</a:t>
            </a:fld>
            <a:endParaRPr/>
          </a:p>
        </p:txBody>
      </p:sp>
    </p:spTree>
    <p:extLst>
      <p:ext uri="{BB962C8B-B14F-4D97-AF65-F5344CB8AC3E}">
        <p14:creationId xmlns:p14="http://schemas.microsoft.com/office/powerpoint/2010/main" val="1793269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5"/>
          <p:cNvSpPr txBox="1">
            <a:spLocks noGrp="1"/>
          </p:cNvSpPr>
          <p:nvPr>
            <p:ph type="title"/>
          </p:nvPr>
        </p:nvSpPr>
        <p:spPr>
          <a:xfrm>
            <a:off x="457200" y="-22622"/>
            <a:ext cx="8229600" cy="85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HIDDEN &amp; OUTPUT LAYERS</a:t>
            </a:r>
            <a:endParaRPr dirty="0"/>
          </a:p>
        </p:txBody>
      </p:sp>
      <p:sp>
        <p:nvSpPr>
          <p:cNvPr id="127" name="Google Shape;127;p25"/>
          <p:cNvSpPr txBox="1">
            <a:spLocks noGrp="1"/>
          </p:cNvSpPr>
          <p:nvPr>
            <p:ph type="body" idx="1"/>
          </p:nvPr>
        </p:nvSpPr>
        <p:spPr>
          <a:xfrm>
            <a:off x="489275" y="1398356"/>
            <a:ext cx="2690954" cy="3527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AU" b="1" dirty="0">
                <a:solidFill>
                  <a:srgbClr val="FE344D"/>
                </a:solidFill>
                <a:latin typeface="Permanent Marker"/>
                <a:ea typeface="Permanent Marker"/>
                <a:cs typeface="Permanent Marker"/>
                <a:sym typeface="Permanent Marker"/>
              </a:rPr>
              <a:t>MODEL</a:t>
            </a:r>
          </a:p>
          <a:p>
            <a:pPr marL="0" lvl="0" indent="0" algn="l" rtl="0">
              <a:spcBef>
                <a:spcPts val="600"/>
              </a:spcBef>
              <a:spcAft>
                <a:spcPts val="0"/>
              </a:spcAft>
              <a:buNone/>
            </a:pPr>
            <a:r>
              <a:rPr lang="en-GB" dirty="0"/>
              <a:t>Chose a sequential model for my neural network.</a:t>
            </a:r>
          </a:p>
        </p:txBody>
      </p:sp>
      <p:sp>
        <p:nvSpPr>
          <p:cNvPr id="128" name="Google Shape;128;p25"/>
          <p:cNvSpPr txBox="1">
            <a:spLocks noGrp="1"/>
          </p:cNvSpPr>
          <p:nvPr>
            <p:ph type="body" idx="2"/>
          </p:nvPr>
        </p:nvSpPr>
        <p:spPr>
          <a:xfrm>
            <a:off x="3256050" y="1398356"/>
            <a:ext cx="2631900" cy="3527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AU" b="1" dirty="0">
                <a:solidFill>
                  <a:srgbClr val="FE344D"/>
                </a:solidFill>
                <a:latin typeface="Permanent Marker"/>
                <a:ea typeface="Permanent Marker"/>
                <a:cs typeface="Permanent Marker"/>
                <a:sym typeface="Permanent Marker"/>
              </a:rPr>
              <a:t>HIDDEN LAYERS</a:t>
            </a:r>
          </a:p>
          <a:p>
            <a:pPr marL="0" lvl="0" indent="0" algn="l" rtl="0">
              <a:spcBef>
                <a:spcPts val="600"/>
              </a:spcBef>
              <a:spcAft>
                <a:spcPts val="0"/>
              </a:spcAft>
              <a:buNone/>
            </a:pPr>
            <a:r>
              <a:rPr lang="en-GB" dirty="0"/>
              <a:t>Two </a:t>
            </a:r>
            <a:r>
              <a:rPr lang="en-GB" dirty="0" err="1"/>
              <a:t>ReLu</a:t>
            </a:r>
            <a:r>
              <a:rPr lang="en-GB" dirty="0"/>
              <a:t> layers chosen as my hidden layers. They are generally the best choice for hidden layers as they don’t suffer from the vanishing gradient problem.</a:t>
            </a:r>
          </a:p>
        </p:txBody>
      </p:sp>
      <p:sp>
        <p:nvSpPr>
          <p:cNvPr id="129" name="Google Shape;129;p25"/>
          <p:cNvSpPr txBox="1">
            <a:spLocks noGrp="1"/>
          </p:cNvSpPr>
          <p:nvPr>
            <p:ph type="body" idx="3"/>
          </p:nvPr>
        </p:nvSpPr>
        <p:spPr>
          <a:xfrm>
            <a:off x="6022818" y="1398356"/>
            <a:ext cx="2744663" cy="3527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AU" b="1" dirty="0">
                <a:solidFill>
                  <a:srgbClr val="FE344D"/>
                </a:solidFill>
                <a:latin typeface="Permanent Marker"/>
                <a:ea typeface="Permanent Marker"/>
                <a:cs typeface="Permanent Marker"/>
                <a:sym typeface="Permanent Marker"/>
              </a:rPr>
              <a:t>OUTPUT LAYER</a:t>
            </a:r>
            <a:endParaRPr b="1" dirty="0">
              <a:solidFill>
                <a:srgbClr val="FE344D"/>
              </a:solidFill>
              <a:latin typeface="Permanent Marker"/>
              <a:ea typeface="Permanent Marker"/>
              <a:cs typeface="Permanent Marker"/>
              <a:sym typeface="Permanent Marker"/>
            </a:endParaRPr>
          </a:p>
          <a:p>
            <a:pPr marL="0" lvl="0" indent="0" algn="l" rtl="0">
              <a:spcBef>
                <a:spcPts val="600"/>
              </a:spcBef>
              <a:spcAft>
                <a:spcPts val="0"/>
              </a:spcAft>
              <a:buNone/>
            </a:pPr>
            <a:r>
              <a:rPr lang="en-AU" dirty="0"/>
              <a:t>Sigmoid function chosen for my output layer. It is great for binary classification. As the tennis matches have only two players this is ideal. The sigmoid function is useful for probabilities between 0 and 1.</a:t>
            </a:r>
            <a:endParaRPr dirty="0"/>
          </a:p>
          <a:p>
            <a:pPr marL="0" lvl="0" indent="0" algn="l" rtl="0">
              <a:spcBef>
                <a:spcPts val="600"/>
              </a:spcBef>
              <a:spcAft>
                <a:spcPts val="0"/>
              </a:spcAft>
              <a:buNone/>
            </a:pPr>
            <a:endParaRPr dirty="0"/>
          </a:p>
        </p:txBody>
      </p:sp>
      <p:sp>
        <p:nvSpPr>
          <p:cNvPr id="130" name="Google Shape;130;p25"/>
          <p:cNvSpPr txBox="1">
            <a:spLocks noGrp="1"/>
          </p:cNvSpPr>
          <p:nvPr>
            <p:ph type="sldNum" idx="12"/>
          </p:nvPr>
        </p:nvSpPr>
        <p:spPr>
          <a:xfrm>
            <a:off x="4297650" y="4859852"/>
            <a:ext cx="548700" cy="283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7</a:t>
            </a:fld>
            <a:endParaRPr/>
          </a:p>
        </p:txBody>
      </p:sp>
    </p:spTree>
    <p:extLst>
      <p:ext uri="{BB962C8B-B14F-4D97-AF65-F5344CB8AC3E}">
        <p14:creationId xmlns:p14="http://schemas.microsoft.com/office/powerpoint/2010/main" val="2586580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4"/>
          <p:cNvSpPr txBox="1">
            <a:spLocks noGrp="1"/>
          </p:cNvSpPr>
          <p:nvPr>
            <p:ph type="body" idx="1"/>
          </p:nvPr>
        </p:nvSpPr>
        <p:spPr>
          <a:xfrm>
            <a:off x="804800" y="1200150"/>
            <a:ext cx="3657000" cy="3284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AU" b="1" dirty="0">
                <a:solidFill>
                  <a:srgbClr val="0198AD"/>
                </a:solidFill>
                <a:latin typeface="Permanent Marker"/>
                <a:ea typeface="Permanent Marker"/>
                <a:cs typeface="Permanent Marker"/>
                <a:sym typeface="Permanent Marker"/>
              </a:rPr>
              <a:t>OPTIMISER</a:t>
            </a:r>
            <a:endParaRPr b="1" dirty="0">
              <a:solidFill>
                <a:srgbClr val="0198AD"/>
              </a:solidFill>
              <a:latin typeface="Permanent Marker"/>
              <a:ea typeface="Permanent Marker"/>
              <a:cs typeface="Permanent Marker"/>
              <a:sym typeface="Permanent Marker"/>
            </a:endParaRPr>
          </a:p>
          <a:p>
            <a:pPr marL="0" lvl="0" indent="0" algn="l" rtl="0">
              <a:spcBef>
                <a:spcPts val="600"/>
              </a:spcBef>
              <a:spcAft>
                <a:spcPts val="0"/>
              </a:spcAft>
              <a:buNone/>
            </a:pPr>
            <a:r>
              <a:rPr lang="en" dirty="0"/>
              <a:t>Adam optimiser chosen to obtain the proper global minimum.</a:t>
            </a:r>
            <a:endParaRPr dirty="0"/>
          </a:p>
        </p:txBody>
      </p:sp>
      <p:sp>
        <p:nvSpPr>
          <p:cNvPr id="119" name="Google Shape;119;p24"/>
          <p:cNvSpPr txBox="1">
            <a:spLocks noGrp="1"/>
          </p:cNvSpPr>
          <p:nvPr>
            <p:ph type="title"/>
          </p:nvPr>
        </p:nvSpPr>
        <p:spPr>
          <a:xfrm>
            <a:off x="457200" y="-22622"/>
            <a:ext cx="8229600" cy="85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OPTIMISER &amp; LOSS FUNCTION</a:t>
            </a:r>
            <a:endParaRPr dirty="0"/>
          </a:p>
        </p:txBody>
      </p:sp>
      <p:sp>
        <p:nvSpPr>
          <p:cNvPr id="120" name="Google Shape;120;p24"/>
          <p:cNvSpPr txBox="1">
            <a:spLocks noGrp="1"/>
          </p:cNvSpPr>
          <p:nvPr>
            <p:ph type="body" idx="2"/>
          </p:nvPr>
        </p:nvSpPr>
        <p:spPr>
          <a:xfrm>
            <a:off x="4682201" y="1200150"/>
            <a:ext cx="3657000" cy="3284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AU" b="1" dirty="0">
                <a:solidFill>
                  <a:srgbClr val="0198AD"/>
                </a:solidFill>
                <a:latin typeface="Permanent Marker"/>
                <a:ea typeface="Permanent Marker"/>
                <a:cs typeface="Permanent Marker"/>
                <a:sym typeface="Permanent Marker"/>
              </a:rPr>
              <a:t>LOSS FUNCTION</a:t>
            </a:r>
            <a:endParaRPr b="1" dirty="0">
              <a:solidFill>
                <a:srgbClr val="0198AD"/>
              </a:solidFill>
              <a:latin typeface="Permanent Marker"/>
              <a:ea typeface="Permanent Marker"/>
              <a:cs typeface="Permanent Marker"/>
              <a:sym typeface="Permanent Marker"/>
            </a:endParaRPr>
          </a:p>
          <a:p>
            <a:pPr marL="0" lvl="0" indent="0" algn="l" rtl="0">
              <a:spcBef>
                <a:spcPts val="600"/>
              </a:spcBef>
              <a:spcAft>
                <a:spcPts val="0"/>
              </a:spcAft>
              <a:buNone/>
            </a:pPr>
            <a:r>
              <a:rPr lang="en" dirty="0"/>
              <a:t>Binary cross-entropy loss function used as it is for binary output data as in my model.</a:t>
            </a:r>
            <a:endParaRPr dirty="0"/>
          </a:p>
        </p:txBody>
      </p:sp>
      <p:sp>
        <p:nvSpPr>
          <p:cNvPr id="121" name="Google Shape;121;p24"/>
          <p:cNvSpPr txBox="1">
            <a:spLocks noGrp="1"/>
          </p:cNvSpPr>
          <p:nvPr>
            <p:ph type="sldNum" idx="12"/>
          </p:nvPr>
        </p:nvSpPr>
        <p:spPr>
          <a:xfrm>
            <a:off x="4297650" y="4859852"/>
            <a:ext cx="548700" cy="283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0"/>
          <p:cNvSpPr txBox="1">
            <a:spLocks noGrp="1"/>
          </p:cNvSpPr>
          <p:nvPr>
            <p:ph type="ctrTitle"/>
          </p:nvPr>
        </p:nvSpPr>
        <p:spPr>
          <a:xfrm>
            <a:off x="1557300" y="2154891"/>
            <a:ext cx="6029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SO HOW ACCURATE IS THIS MODEL? CAN I MAKE MONEY?</a:t>
            </a:r>
            <a:endParaRPr dirty="0"/>
          </a:p>
        </p:txBody>
      </p:sp>
      <p:sp>
        <p:nvSpPr>
          <p:cNvPr id="92" name="Google Shape;92;p20"/>
          <p:cNvSpPr txBox="1">
            <a:spLocks noGrp="1"/>
          </p:cNvSpPr>
          <p:nvPr>
            <p:ph type="sldNum" idx="12"/>
          </p:nvPr>
        </p:nvSpPr>
        <p:spPr>
          <a:xfrm>
            <a:off x="4297650" y="4859852"/>
            <a:ext cx="548700" cy="283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33"/>
          <p:cNvSpPr txBox="1">
            <a:spLocks noGrp="1"/>
          </p:cNvSpPr>
          <p:nvPr>
            <p:ph type="ctrTitle" idx="4294967295"/>
          </p:nvPr>
        </p:nvSpPr>
        <p:spPr>
          <a:xfrm>
            <a:off x="685800" y="370068"/>
            <a:ext cx="7772400" cy="894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7200" b="1">
                <a:solidFill>
                  <a:srgbClr val="F5A500"/>
                </a:solidFill>
                <a:latin typeface="Source Sans Pro"/>
                <a:ea typeface="Source Sans Pro"/>
                <a:cs typeface="Source Sans Pro"/>
                <a:sym typeface="Source Sans Pro"/>
              </a:rPr>
              <a:t>$49.50</a:t>
            </a:r>
            <a:endParaRPr sz="7200" b="1" dirty="0">
              <a:solidFill>
                <a:srgbClr val="F5A500"/>
              </a:solidFill>
              <a:latin typeface="Source Sans Pro"/>
              <a:ea typeface="Source Sans Pro"/>
              <a:cs typeface="Source Sans Pro"/>
              <a:sym typeface="Source Sans Pro"/>
            </a:endParaRPr>
          </a:p>
        </p:txBody>
      </p:sp>
      <p:sp>
        <p:nvSpPr>
          <p:cNvPr id="209" name="Google Shape;209;p33"/>
          <p:cNvSpPr txBox="1">
            <a:spLocks noGrp="1"/>
          </p:cNvSpPr>
          <p:nvPr>
            <p:ph type="subTitle" idx="4294967295"/>
          </p:nvPr>
        </p:nvSpPr>
        <p:spPr>
          <a:xfrm>
            <a:off x="685800" y="1154440"/>
            <a:ext cx="7772400" cy="463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400" dirty="0">
                <a:solidFill>
                  <a:srgbClr val="F5A500"/>
                </a:solidFill>
                <a:latin typeface="Permanent Marker"/>
                <a:ea typeface="Permanent Marker"/>
                <a:cs typeface="Permanent Marker"/>
                <a:sym typeface="Permanent Marker"/>
              </a:rPr>
              <a:t>PROFIT FROM FIRST 4 matches</a:t>
            </a:r>
            <a:endParaRPr sz="2400" dirty="0">
              <a:solidFill>
                <a:srgbClr val="F5A500"/>
              </a:solidFill>
              <a:latin typeface="Permanent Marker"/>
              <a:ea typeface="Permanent Marker"/>
              <a:cs typeface="Permanent Marker"/>
              <a:sym typeface="Permanent Marker"/>
            </a:endParaRPr>
          </a:p>
        </p:txBody>
      </p:sp>
      <p:sp>
        <p:nvSpPr>
          <p:cNvPr id="210" name="Google Shape;210;p33"/>
          <p:cNvSpPr txBox="1">
            <a:spLocks noGrp="1"/>
          </p:cNvSpPr>
          <p:nvPr>
            <p:ph type="ctrTitle" idx="4294967295"/>
          </p:nvPr>
        </p:nvSpPr>
        <p:spPr>
          <a:xfrm>
            <a:off x="685800" y="3373952"/>
            <a:ext cx="7772400" cy="894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7200" b="1" dirty="0">
                <a:solidFill>
                  <a:srgbClr val="0198AD"/>
                </a:solidFill>
                <a:latin typeface="Source Sans Pro"/>
                <a:ea typeface="Source Sans Pro"/>
                <a:cs typeface="Source Sans Pro"/>
                <a:sym typeface="Source Sans Pro"/>
              </a:rPr>
              <a:t>100%</a:t>
            </a:r>
            <a:endParaRPr sz="7200" b="1" dirty="0">
              <a:solidFill>
                <a:srgbClr val="0198AD"/>
              </a:solidFill>
              <a:latin typeface="Source Sans Pro"/>
              <a:ea typeface="Source Sans Pro"/>
              <a:cs typeface="Source Sans Pro"/>
              <a:sym typeface="Source Sans Pro"/>
            </a:endParaRPr>
          </a:p>
        </p:txBody>
      </p:sp>
      <p:sp>
        <p:nvSpPr>
          <p:cNvPr id="211" name="Google Shape;211;p33"/>
          <p:cNvSpPr txBox="1">
            <a:spLocks noGrp="1"/>
          </p:cNvSpPr>
          <p:nvPr>
            <p:ph type="subTitle" idx="4294967295"/>
          </p:nvPr>
        </p:nvSpPr>
        <p:spPr>
          <a:xfrm>
            <a:off x="685800" y="4047795"/>
            <a:ext cx="7772400" cy="463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400" dirty="0">
                <a:solidFill>
                  <a:srgbClr val="0198AD"/>
                </a:solidFill>
                <a:latin typeface="Permanent Marker"/>
                <a:ea typeface="Permanent Marker"/>
                <a:cs typeface="Permanent Marker"/>
                <a:sym typeface="Permanent Marker"/>
              </a:rPr>
              <a:t>NOT RESPONSIBLE FOR ANY LOSSES YOU MAY INCUR BY FOLLOWING MY MODEL!</a:t>
            </a:r>
            <a:endParaRPr sz="2400" dirty="0">
              <a:solidFill>
                <a:srgbClr val="0198AD"/>
              </a:solidFill>
              <a:latin typeface="Permanent Marker"/>
              <a:ea typeface="Permanent Marker"/>
              <a:cs typeface="Permanent Marker"/>
              <a:sym typeface="Permanent Marker"/>
            </a:endParaRPr>
          </a:p>
        </p:txBody>
      </p:sp>
      <p:sp>
        <p:nvSpPr>
          <p:cNvPr id="212" name="Google Shape;212;p33"/>
          <p:cNvSpPr txBox="1">
            <a:spLocks noGrp="1"/>
          </p:cNvSpPr>
          <p:nvPr>
            <p:ph type="ctrTitle" idx="4294967295"/>
          </p:nvPr>
        </p:nvSpPr>
        <p:spPr>
          <a:xfrm>
            <a:off x="685800" y="1857174"/>
            <a:ext cx="7772400" cy="894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7200" b="1" dirty="0">
                <a:solidFill>
                  <a:srgbClr val="FE344D"/>
                </a:solidFill>
                <a:latin typeface="Source Sans Pro"/>
                <a:ea typeface="Source Sans Pro"/>
                <a:cs typeface="Source Sans Pro"/>
                <a:sym typeface="Source Sans Pro"/>
              </a:rPr>
              <a:t>76.8%</a:t>
            </a:r>
            <a:r>
              <a:rPr lang="en" sz="4800" b="1" dirty="0">
                <a:solidFill>
                  <a:srgbClr val="FE344D"/>
                </a:solidFill>
                <a:latin typeface="Source Sans Pro"/>
                <a:ea typeface="Source Sans Pro"/>
                <a:cs typeface="Source Sans Pro"/>
                <a:sym typeface="Source Sans Pro"/>
              </a:rPr>
              <a:t> accuracy</a:t>
            </a:r>
            <a:endParaRPr sz="4800" b="1" dirty="0">
              <a:solidFill>
                <a:srgbClr val="FE344D"/>
              </a:solidFill>
              <a:latin typeface="Source Sans Pro"/>
              <a:ea typeface="Source Sans Pro"/>
              <a:cs typeface="Source Sans Pro"/>
              <a:sym typeface="Source Sans Pro"/>
            </a:endParaRPr>
          </a:p>
        </p:txBody>
      </p:sp>
      <p:sp>
        <p:nvSpPr>
          <p:cNvPr id="213" name="Google Shape;213;p33"/>
          <p:cNvSpPr txBox="1">
            <a:spLocks noGrp="1"/>
          </p:cNvSpPr>
          <p:nvPr>
            <p:ph type="subTitle" idx="4294967295"/>
          </p:nvPr>
        </p:nvSpPr>
        <p:spPr>
          <a:xfrm>
            <a:off x="685800" y="2587557"/>
            <a:ext cx="7772400" cy="463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400" dirty="0">
                <a:solidFill>
                  <a:srgbClr val="FE344D"/>
                </a:solidFill>
                <a:latin typeface="Permanent Marker"/>
                <a:ea typeface="Permanent Marker"/>
                <a:cs typeface="Permanent Marker"/>
                <a:sym typeface="Permanent Marker"/>
              </a:rPr>
              <a:t>MODEL GIVES CONFIDENCE</a:t>
            </a:r>
            <a:endParaRPr sz="2400" dirty="0">
              <a:solidFill>
                <a:srgbClr val="FE344D"/>
              </a:solidFill>
              <a:latin typeface="Permanent Marker"/>
              <a:ea typeface="Permanent Marker"/>
              <a:cs typeface="Permanent Marker"/>
              <a:sym typeface="Permanent Marker"/>
            </a:endParaRPr>
          </a:p>
        </p:txBody>
      </p:sp>
      <p:sp>
        <p:nvSpPr>
          <p:cNvPr id="214" name="Google Shape;214;p33"/>
          <p:cNvSpPr txBox="1">
            <a:spLocks noGrp="1"/>
          </p:cNvSpPr>
          <p:nvPr>
            <p:ph type="sldNum" idx="12"/>
          </p:nvPr>
        </p:nvSpPr>
        <p:spPr>
          <a:xfrm>
            <a:off x="4297650" y="4859852"/>
            <a:ext cx="548700" cy="283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0"/>
          <p:cNvSpPr txBox="1">
            <a:spLocks noGrp="1"/>
          </p:cNvSpPr>
          <p:nvPr>
            <p:ph type="ctrTitle"/>
          </p:nvPr>
        </p:nvSpPr>
        <p:spPr>
          <a:xfrm>
            <a:off x="1557300" y="2043905"/>
            <a:ext cx="6029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BEFORE LOOKI</a:t>
            </a:r>
            <a:r>
              <a:rPr lang="en-AU" dirty="0"/>
              <a:t>NG</a:t>
            </a:r>
            <a:r>
              <a:rPr lang="en" dirty="0"/>
              <a:t> AT THE WEBSITE WHAT COULD BE IMPROVED?</a:t>
            </a:r>
            <a:endParaRPr dirty="0"/>
          </a:p>
        </p:txBody>
      </p:sp>
      <p:sp>
        <p:nvSpPr>
          <p:cNvPr id="92" name="Google Shape;92;p20"/>
          <p:cNvSpPr txBox="1">
            <a:spLocks noGrp="1"/>
          </p:cNvSpPr>
          <p:nvPr>
            <p:ph type="sldNum" idx="12"/>
          </p:nvPr>
        </p:nvSpPr>
        <p:spPr>
          <a:xfrm>
            <a:off x="4297650" y="4859852"/>
            <a:ext cx="548700" cy="283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11</a:t>
            </a:fld>
            <a:endParaRPr/>
          </a:p>
        </p:txBody>
      </p:sp>
    </p:spTree>
    <p:extLst>
      <p:ext uri="{BB962C8B-B14F-4D97-AF65-F5344CB8AC3E}">
        <p14:creationId xmlns:p14="http://schemas.microsoft.com/office/powerpoint/2010/main" val="31985456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4"/>
          <p:cNvSpPr txBox="1">
            <a:spLocks noGrp="1"/>
          </p:cNvSpPr>
          <p:nvPr>
            <p:ph type="body" idx="1"/>
          </p:nvPr>
        </p:nvSpPr>
        <p:spPr>
          <a:xfrm>
            <a:off x="804800" y="1200150"/>
            <a:ext cx="3657000" cy="3284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AU" b="1" dirty="0">
                <a:solidFill>
                  <a:srgbClr val="0198AD"/>
                </a:solidFill>
                <a:latin typeface="Permanent Marker"/>
                <a:ea typeface="Permanent Marker"/>
                <a:cs typeface="Permanent Marker"/>
                <a:sym typeface="Permanent Marker"/>
              </a:rPr>
              <a:t>AUTOMATIC UPDATE</a:t>
            </a:r>
            <a:endParaRPr b="1" dirty="0">
              <a:solidFill>
                <a:srgbClr val="0198AD"/>
              </a:solidFill>
              <a:latin typeface="Permanent Marker"/>
              <a:ea typeface="Permanent Marker"/>
              <a:cs typeface="Permanent Marker"/>
              <a:sym typeface="Permanent Marker"/>
            </a:endParaRPr>
          </a:p>
          <a:p>
            <a:pPr marL="0" lvl="0" indent="0" algn="l" rtl="0">
              <a:spcBef>
                <a:spcPts val="600"/>
              </a:spcBef>
              <a:spcAft>
                <a:spcPts val="0"/>
              </a:spcAft>
              <a:buNone/>
            </a:pPr>
            <a:r>
              <a:rPr lang="en" dirty="0"/>
              <a:t>Finding a way to automatically feed new data into the model, and it updates and re-renders dynamically (I’m sure this must be possible).</a:t>
            </a:r>
            <a:endParaRPr dirty="0"/>
          </a:p>
        </p:txBody>
      </p:sp>
      <p:sp>
        <p:nvSpPr>
          <p:cNvPr id="119" name="Google Shape;119;p24"/>
          <p:cNvSpPr txBox="1">
            <a:spLocks noGrp="1"/>
          </p:cNvSpPr>
          <p:nvPr>
            <p:ph type="title"/>
          </p:nvPr>
        </p:nvSpPr>
        <p:spPr>
          <a:xfrm>
            <a:off x="457200" y="-22622"/>
            <a:ext cx="8229600" cy="85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WHAT I WOULD IMPROVE</a:t>
            </a:r>
            <a:endParaRPr dirty="0"/>
          </a:p>
        </p:txBody>
      </p:sp>
      <p:sp>
        <p:nvSpPr>
          <p:cNvPr id="120" name="Google Shape;120;p24"/>
          <p:cNvSpPr txBox="1">
            <a:spLocks noGrp="1"/>
          </p:cNvSpPr>
          <p:nvPr>
            <p:ph type="body" idx="2"/>
          </p:nvPr>
        </p:nvSpPr>
        <p:spPr>
          <a:xfrm>
            <a:off x="4682201" y="1200150"/>
            <a:ext cx="3657000" cy="3284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AU" b="1" dirty="0">
                <a:solidFill>
                  <a:srgbClr val="0198AD"/>
                </a:solidFill>
                <a:latin typeface="Permanent Marker"/>
                <a:ea typeface="Permanent Marker"/>
                <a:cs typeface="Permanent Marker"/>
                <a:sym typeface="Permanent Marker"/>
              </a:rPr>
              <a:t>LEGITIMATE WAGERING</a:t>
            </a:r>
          </a:p>
          <a:p>
            <a:pPr marL="0" lvl="0" indent="0" algn="l" rtl="0">
              <a:spcBef>
                <a:spcPts val="600"/>
              </a:spcBef>
              <a:spcAft>
                <a:spcPts val="0"/>
              </a:spcAft>
              <a:buNone/>
            </a:pPr>
            <a:r>
              <a:rPr lang="en" dirty="0"/>
              <a:t>Spending time to figure out a legitimate strategy to bet certain amounts based on different odds etc.</a:t>
            </a:r>
            <a:endParaRPr lang="en-AU" dirty="0"/>
          </a:p>
        </p:txBody>
      </p:sp>
      <p:sp>
        <p:nvSpPr>
          <p:cNvPr id="121" name="Google Shape;121;p24"/>
          <p:cNvSpPr txBox="1">
            <a:spLocks noGrp="1"/>
          </p:cNvSpPr>
          <p:nvPr>
            <p:ph type="sldNum" idx="12"/>
          </p:nvPr>
        </p:nvSpPr>
        <p:spPr>
          <a:xfrm>
            <a:off x="4297650" y="4859852"/>
            <a:ext cx="548700" cy="283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12</a:t>
            </a:fld>
            <a:endParaRPr/>
          </a:p>
        </p:txBody>
      </p:sp>
    </p:spTree>
    <p:extLst>
      <p:ext uri="{BB962C8B-B14F-4D97-AF65-F5344CB8AC3E}">
        <p14:creationId xmlns:p14="http://schemas.microsoft.com/office/powerpoint/2010/main" val="12646622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84"/>
        <p:cNvGrpSpPr/>
        <p:nvPr/>
      </p:nvGrpSpPr>
      <p:grpSpPr>
        <a:xfrm>
          <a:off x="0" y="0"/>
          <a:ext cx="0" cy="0"/>
          <a:chOff x="0" y="0"/>
          <a:chExt cx="0" cy="0"/>
        </a:xfrm>
      </p:grpSpPr>
      <p:sp>
        <p:nvSpPr>
          <p:cNvPr id="285" name="Google Shape;285;p40"/>
          <p:cNvSpPr txBox="1">
            <a:spLocks noGrp="1"/>
          </p:cNvSpPr>
          <p:nvPr>
            <p:ph type="ctrTitle" idx="4294967295"/>
          </p:nvPr>
        </p:nvSpPr>
        <p:spPr>
          <a:xfrm>
            <a:off x="1275150" y="0"/>
            <a:ext cx="6593700" cy="1252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600"/>
              <a:t>Thanks!</a:t>
            </a:r>
            <a:endParaRPr sz="3600"/>
          </a:p>
        </p:txBody>
      </p:sp>
      <p:sp>
        <p:nvSpPr>
          <p:cNvPr id="286" name="Google Shape;286;p40"/>
          <p:cNvSpPr txBox="1">
            <a:spLocks noGrp="1"/>
          </p:cNvSpPr>
          <p:nvPr>
            <p:ph type="subTitle" idx="4294967295"/>
          </p:nvPr>
        </p:nvSpPr>
        <p:spPr>
          <a:xfrm>
            <a:off x="1275150" y="1252350"/>
            <a:ext cx="6593700" cy="2724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5000" b="1" dirty="0">
                <a:solidFill>
                  <a:srgbClr val="FFFFFF"/>
                </a:solidFill>
              </a:rPr>
              <a:t>any</a:t>
            </a:r>
            <a:endParaRPr sz="5000" b="1" dirty="0">
              <a:solidFill>
                <a:srgbClr val="FFFFFF"/>
              </a:solidFill>
            </a:endParaRPr>
          </a:p>
          <a:p>
            <a:pPr marL="0" lvl="0" indent="0" algn="ctr" rtl="0">
              <a:spcBef>
                <a:spcPts val="0"/>
              </a:spcBef>
              <a:spcAft>
                <a:spcPts val="0"/>
              </a:spcAft>
              <a:buNone/>
            </a:pPr>
            <a:r>
              <a:rPr lang="en" sz="5000" b="1" dirty="0">
                <a:solidFill>
                  <a:srgbClr val="FFFFFF"/>
                </a:solidFill>
              </a:rPr>
              <a:t>questions</a:t>
            </a:r>
            <a:endParaRPr sz="5000" b="1" dirty="0">
              <a:solidFill>
                <a:srgbClr val="FFFFFF"/>
              </a:solidFill>
            </a:endParaRPr>
          </a:p>
          <a:p>
            <a:pPr marL="0" lvl="0" indent="0" algn="ctr" rtl="0">
              <a:spcBef>
                <a:spcPts val="0"/>
              </a:spcBef>
              <a:spcAft>
                <a:spcPts val="0"/>
              </a:spcAft>
              <a:buNone/>
            </a:pPr>
            <a:r>
              <a:rPr lang="en" sz="3600" dirty="0">
                <a:solidFill>
                  <a:srgbClr val="FFFFFF"/>
                </a:solidFill>
                <a:latin typeface="Permanent Marker"/>
                <a:ea typeface="Permanent Marker"/>
                <a:cs typeface="Permanent Marker"/>
                <a:sym typeface="Permanent Marker"/>
              </a:rPr>
              <a:t>?</a:t>
            </a:r>
            <a:endParaRPr sz="3600" dirty="0">
              <a:solidFill>
                <a:srgbClr val="FFFFFF"/>
              </a:solidFill>
            </a:endParaRPr>
          </a:p>
        </p:txBody>
      </p:sp>
      <p:sp>
        <p:nvSpPr>
          <p:cNvPr id="287" name="Google Shape;287;p40"/>
          <p:cNvSpPr txBox="1">
            <a:spLocks noGrp="1"/>
          </p:cNvSpPr>
          <p:nvPr>
            <p:ph type="body" idx="4294967295"/>
          </p:nvPr>
        </p:nvSpPr>
        <p:spPr>
          <a:xfrm>
            <a:off x="1275150" y="3976176"/>
            <a:ext cx="6593700" cy="924600"/>
          </a:xfrm>
          <a:prstGeom prst="rect">
            <a:avLst/>
          </a:prstGeom>
        </p:spPr>
        <p:txBody>
          <a:bodyPr spcFirstLastPara="1" wrap="square" lIns="91425" tIns="91425" rIns="91425" bIns="91425" anchor="ctr" anchorCtr="0">
            <a:noAutofit/>
          </a:bodyPr>
          <a:lstStyle/>
          <a:p>
            <a:pPr marL="0" lvl="0" indent="0" algn="ctr" rtl="0">
              <a:spcBef>
                <a:spcPts val="600"/>
              </a:spcBef>
              <a:spcAft>
                <a:spcPts val="0"/>
              </a:spcAft>
              <a:buNone/>
            </a:pPr>
            <a:r>
              <a:rPr lang="en" sz="1800" dirty="0"/>
              <a:t>You can view my website @ </a:t>
            </a:r>
            <a:r>
              <a:rPr lang="en-AU" sz="1800" dirty="0"/>
              <a:t>https://jfield24.github.io/Final-Project/</a:t>
            </a:r>
            <a:endParaRPr sz="1800" dirty="0"/>
          </a:p>
        </p:txBody>
      </p:sp>
      <p:sp>
        <p:nvSpPr>
          <p:cNvPr id="288" name="Google Shape;288;p40"/>
          <p:cNvSpPr txBox="1">
            <a:spLocks noGrp="1"/>
          </p:cNvSpPr>
          <p:nvPr>
            <p:ph type="sldNum" idx="12"/>
          </p:nvPr>
        </p:nvSpPr>
        <p:spPr>
          <a:xfrm>
            <a:off x="4297650" y="4859852"/>
            <a:ext cx="548700" cy="283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13</a:t>
            </a:fld>
            <a:endParaRPr/>
          </a:p>
        </p:txBody>
      </p:sp>
    </p:spTree>
  </p:cSld>
  <p:clrMapOvr>
    <a:masterClrMapping/>
  </p:clrMapOvr>
</p:sld>
</file>

<file path=ppt/theme/theme1.xml><?xml version="1.0" encoding="utf-8"?>
<a:theme xmlns:a="http://schemas.openxmlformats.org/drawingml/2006/main" name="Timon template">
  <a:themeElements>
    <a:clrScheme name="Custom 347">
      <a:dk1>
        <a:srgbClr val="2C343B"/>
      </a:dk1>
      <a:lt1>
        <a:srgbClr val="FFFFFF"/>
      </a:lt1>
      <a:dk2>
        <a:srgbClr val="859CB1"/>
      </a:dk2>
      <a:lt2>
        <a:srgbClr val="F0F3F5"/>
      </a:lt2>
      <a:accent1>
        <a:srgbClr val="0198AD"/>
      </a:accent1>
      <a:accent2>
        <a:srgbClr val="BDE4EA"/>
      </a:accent2>
      <a:accent3>
        <a:srgbClr val="FE344D"/>
      </a:accent3>
      <a:accent4>
        <a:srgbClr val="FE7F8F"/>
      </a:accent4>
      <a:accent5>
        <a:srgbClr val="F5A500"/>
      </a:accent5>
      <a:accent6>
        <a:srgbClr val="2C343B"/>
      </a:accent6>
      <a:hlink>
        <a:srgbClr val="2C343B"/>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TotalTime>
  <Words>538</Words>
  <Application>Microsoft Office PowerPoint</Application>
  <PresentationFormat>On-screen Show (16:9)</PresentationFormat>
  <Paragraphs>76</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Permanent Marker</vt:lpstr>
      <vt:lpstr>Arial</vt:lpstr>
      <vt:lpstr>Source Sans Pro</vt:lpstr>
      <vt:lpstr>Timon template</vt:lpstr>
      <vt:lpstr>AUSTRALIAN OPEN TENNIS PREDICTOR JUSTIN FIELD</vt:lpstr>
      <vt:lpstr>Why? SCOPE?</vt:lpstr>
      <vt:lpstr>DATA COLLECTION</vt:lpstr>
      <vt:lpstr>MY MACHINE LEARNING MODEL</vt:lpstr>
      <vt:lpstr>SOME FEATURES OF THE MODEL</vt:lpstr>
      <vt:lpstr>HIDDEN &amp; OUTPUT LAYERS</vt:lpstr>
      <vt:lpstr>HIDDEN &amp; OUTPUT LAYERS</vt:lpstr>
      <vt:lpstr>OPTIMISER &amp; LOSS FUNCTION</vt:lpstr>
      <vt:lpstr>SO HOW ACCURATE IS THIS MODEL? CAN I MAKE MONEY?</vt:lpstr>
      <vt:lpstr>$49.50</vt:lpstr>
      <vt:lpstr>BEFORE LOOKING AT THE WEBSITE WHAT COULD BE IMPROVED?</vt:lpstr>
      <vt:lpstr>WHAT I WOULD IMPROVE</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AUSTRALIAN OPEN TENNIS PREDICTOR JUSTIN FIELD</dc:title>
  <dc:creator>Justin</dc:creator>
  <cp:lastModifiedBy>Justin Field</cp:lastModifiedBy>
  <cp:revision>10</cp:revision>
  <dcterms:modified xsi:type="dcterms:W3CDTF">2021-02-18T07:47:57Z</dcterms:modified>
</cp:coreProperties>
</file>